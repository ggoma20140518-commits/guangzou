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147481964" r:id="rId2"/>
    <p:sldId id="16775507" r:id="rId3"/>
    <p:sldId id="2147481967" r:id="rId4"/>
    <p:sldId id="2147481968" r:id="rId5"/>
    <p:sldId id="2147481971" r:id="rId6"/>
  </p:sldIdLst>
  <p:sldSz cx="12192000" cy="6858000"/>
  <p:notesSz cx="6807200" cy="99393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5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유종 이" initials="유이" lastIdx="0" clrIdx="0"/>
  <p:cmAuthor id="2" name="박대근 (Daeguen Park) COSMAX" initials="박(PC" lastIdx="1" clrIdx="1"/>
  <p:cmAuthor id="3" name="邓晓文 (Deng Xiaowen) COSMAX GUANGZHOU" initials="dx" lastIdx="2"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B4B4"/>
    <a:srgbClr val="C1C1C1"/>
    <a:srgbClr val="767171"/>
    <a:srgbClr val="404040"/>
    <a:srgbClr val="203864"/>
    <a:srgbClr val="2F5597"/>
    <a:srgbClr val="FFFFFF"/>
    <a:srgbClr val="EDEDED"/>
    <a:srgbClr val="C00000"/>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2176AC-795E-4E92-B151-A5B83CD90886}" v="5" dt="2026-04-03T04:30:10.12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테마 스타일 1 - 강조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A488322-F2BA-4B5B-9748-0D474271808F}" styleName="보통 스타일 3 - 강조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EC20E35-A176-4012-BC5E-935CFFF8708E}" styleName="보통 스타일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834" y="114"/>
      </p:cViewPr>
      <p:guideLst>
        <p:guide orient="horz" pos="2160"/>
        <p:guide pos="385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权泰希 권태희 (Taehee Kwon) COSMAX GUANGZHOU" userId="72ec857a-b8de-469a-9517-ff71228b7f4b" providerId="ADAL" clId="{0D1561C3-1FB5-450D-8508-CDB5EF242731}"/>
    <pc:docChg chg="undo custSel addSld delSld modSld">
      <pc:chgData name="权泰希 권태희 (Taehee Kwon) COSMAX GUANGZHOU" userId="72ec857a-b8de-469a-9517-ff71228b7f4b" providerId="ADAL" clId="{0D1561C3-1FB5-450D-8508-CDB5EF242731}" dt="2026-04-01T09:54:16.108" v="5426" actId="20577"/>
      <pc:docMkLst>
        <pc:docMk/>
      </pc:docMkLst>
      <pc:sldChg chg="addSp delSp modSp mod">
        <pc:chgData name="权泰希 권태희 (Taehee Kwon) COSMAX GUANGZHOU" userId="72ec857a-b8de-469a-9517-ff71228b7f4b" providerId="ADAL" clId="{0D1561C3-1FB5-450D-8508-CDB5EF242731}" dt="2026-04-01T00:12:44.667" v="5044" actId="27918"/>
        <pc:sldMkLst>
          <pc:docMk/>
          <pc:sldMk cId="2255026060" sldId="16775507"/>
        </pc:sldMkLst>
        <pc:spChg chg="mod">
          <ac:chgData name="权泰希 권태희 (Taehee Kwon) COSMAX GUANGZHOU" userId="72ec857a-b8de-469a-9517-ff71228b7f4b" providerId="ADAL" clId="{0D1561C3-1FB5-450D-8508-CDB5EF242731}" dt="2026-03-25T10:00:27.772" v="127" actId="1076"/>
          <ac:spMkLst>
            <pc:docMk/>
            <pc:sldMk cId="2255026060" sldId="16775507"/>
            <ac:spMk id="7" creationId="{76FA4277-2B8A-CA0A-8F21-549FF145132D}"/>
          </ac:spMkLst>
        </pc:spChg>
        <pc:spChg chg="add mod">
          <ac:chgData name="权泰希 권태희 (Taehee Kwon) COSMAX GUANGZHOU" userId="72ec857a-b8de-469a-9517-ff71228b7f4b" providerId="ADAL" clId="{0D1561C3-1FB5-450D-8508-CDB5EF242731}" dt="2026-04-01T00:11:16.819" v="5031" actId="20577"/>
          <ac:spMkLst>
            <pc:docMk/>
            <pc:sldMk cId="2255026060" sldId="16775507"/>
            <ac:spMk id="11" creationId="{FA33619C-333B-2CD1-CDA4-4CC6B634E2E8}"/>
          </ac:spMkLst>
        </pc:spChg>
        <pc:spChg chg="add mod">
          <ac:chgData name="权泰希 권태희 (Taehee Kwon) COSMAX GUANGZHOU" userId="72ec857a-b8de-469a-9517-ff71228b7f4b" providerId="ADAL" clId="{0D1561C3-1FB5-450D-8508-CDB5EF242731}" dt="2026-04-01T00:11:42.149" v="5037" actId="20577"/>
          <ac:spMkLst>
            <pc:docMk/>
            <pc:sldMk cId="2255026060" sldId="16775507"/>
            <ac:spMk id="13" creationId="{1CE2CC7B-FBC9-DCCA-D8C7-DDA9A341256B}"/>
          </ac:spMkLst>
        </pc:spChg>
        <pc:spChg chg="mod">
          <ac:chgData name="权泰希 권태희 (Taehee Kwon) COSMAX GUANGZHOU" userId="72ec857a-b8de-469a-9517-ff71228b7f4b" providerId="ADAL" clId="{0D1561C3-1FB5-450D-8508-CDB5EF242731}" dt="2026-03-25T10:09:13.782" v="193" actId="20577"/>
          <ac:spMkLst>
            <pc:docMk/>
            <pc:sldMk cId="2255026060" sldId="16775507"/>
            <ac:spMk id="17" creationId="{A9269607-870E-EC5F-0E4B-E52829794355}"/>
          </ac:spMkLst>
        </pc:spChg>
        <pc:spChg chg="mod">
          <ac:chgData name="权泰希 권태희 (Taehee Kwon) COSMAX GUANGZHOU" userId="72ec857a-b8de-469a-9517-ff71228b7f4b" providerId="ADAL" clId="{0D1561C3-1FB5-450D-8508-CDB5EF242731}" dt="2026-04-01T00:11:34.160" v="5035" actId="20577"/>
          <ac:spMkLst>
            <pc:docMk/>
            <pc:sldMk cId="2255026060" sldId="16775507"/>
            <ac:spMk id="20" creationId="{E0AD4677-FCA7-8C43-5C36-9EBA86F1DC9B}"/>
          </ac:spMkLst>
        </pc:spChg>
        <pc:spChg chg="mod">
          <ac:chgData name="权泰希 권태희 (Taehee Kwon) COSMAX GUANGZHOU" userId="72ec857a-b8de-469a-9517-ff71228b7f4b" providerId="ADAL" clId="{0D1561C3-1FB5-450D-8508-CDB5EF242731}" dt="2026-03-25T10:04:34.731" v="152" actId="20577"/>
          <ac:spMkLst>
            <pc:docMk/>
            <pc:sldMk cId="2255026060" sldId="16775507"/>
            <ac:spMk id="22" creationId="{CBDC834A-94B6-5C41-7A09-024BDCAE309E}"/>
          </ac:spMkLst>
        </pc:spChg>
        <pc:spChg chg="add mod">
          <ac:chgData name="权泰希 권태희 (Taehee Kwon) COSMAX GUANGZHOU" userId="72ec857a-b8de-469a-9517-ff71228b7f4b" providerId="ADAL" clId="{0D1561C3-1FB5-450D-8508-CDB5EF242731}" dt="2026-03-25T10:05:12.432" v="156" actId="20577"/>
          <ac:spMkLst>
            <pc:docMk/>
            <pc:sldMk cId="2255026060" sldId="16775507"/>
            <ac:spMk id="25" creationId="{4C345B4C-1D2E-5CAE-1EC2-60185934A9C4}"/>
          </ac:spMkLst>
        </pc:spChg>
        <pc:spChg chg="mod">
          <ac:chgData name="权泰希 권태희 (Taehee Kwon) COSMAX GUANGZHOU" userId="72ec857a-b8de-469a-9517-ff71228b7f4b" providerId="ADAL" clId="{0D1561C3-1FB5-450D-8508-CDB5EF242731}" dt="2026-04-01T00:10:37.237" v="5027" actId="20577"/>
          <ac:spMkLst>
            <pc:docMk/>
            <pc:sldMk cId="2255026060" sldId="16775507"/>
            <ac:spMk id="59" creationId="{4F92624B-F018-1BD1-9B18-03E47327608B}"/>
          </ac:spMkLst>
        </pc:spChg>
        <pc:spChg chg="mod">
          <ac:chgData name="权泰希 권태희 (Taehee Kwon) COSMAX GUANGZHOU" userId="72ec857a-b8de-469a-9517-ff71228b7f4b" providerId="ADAL" clId="{0D1561C3-1FB5-450D-8508-CDB5EF242731}" dt="2026-04-01T00:11:27.493" v="5033" actId="20577"/>
          <ac:spMkLst>
            <pc:docMk/>
            <pc:sldMk cId="2255026060" sldId="16775507"/>
            <ac:spMk id="61" creationId="{7DEFAE29-FC37-997E-F51E-D289F9F5CC06}"/>
          </ac:spMkLst>
        </pc:spChg>
        <pc:spChg chg="mod">
          <ac:chgData name="权泰希 권태희 (Taehee Kwon) COSMAX GUANGZHOU" userId="72ec857a-b8de-469a-9517-ff71228b7f4b" providerId="ADAL" clId="{0D1561C3-1FB5-450D-8508-CDB5EF242731}" dt="2026-04-01T00:11:47.162" v="5040" actId="20577"/>
          <ac:spMkLst>
            <pc:docMk/>
            <pc:sldMk cId="2255026060" sldId="16775507"/>
            <ac:spMk id="80" creationId="{79BC940D-1475-4489-6FE0-60B348EBD036}"/>
          </ac:spMkLst>
        </pc:spChg>
        <pc:graphicFrameChg chg="add mod modGraphic">
          <ac:chgData name="权泰希 권태희 (Taehee Kwon) COSMAX GUANGZHOU" userId="72ec857a-b8de-469a-9517-ff71228b7f4b" providerId="ADAL" clId="{0D1561C3-1FB5-450D-8508-CDB5EF242731}" dt="2026-04-01T00:10:30.418" v="5023" actId="20577"/>
          <ac:graphicFrameMkLst>
            <pc:docMk/>
            <pc:sldMk cId="2255026060" sldId="16775507"/>
            <ac:graphicFrameMk id="21" creationId="{600D71E2-14FA-D6F9-A0DC-69F8244A9DFE}"/>
          </ac:graphicFrameMkLst>
        </pc:graphicFrameChg>
      </pc:sldChg>
      <pc:sldChg chg="modSp mod">
        <pc:chgData name="权泰希 권태희 (Taehee Kwon) COSMAX GUANGZHOU" userId="72ec857a-b8de-469a-9517-ff71228b7f4b" providerId="ADAL" clId="{0D1561C3-1FB5-450D-8508-CDB5EF242731}" dt="2026-04-01T09:54:16.108" v="5426" actId="20577"/>
        <pc:sldMkLst>
          <pc:docMk/>
          <pc:sldMk cId="3858473397" sldId="2147481964"/>
        </pc:sldMkLst>
        <pc:spChg chg="mod">
          <ac:chgData name="权泰希 권태희 (Taehee Kwon) COSMAX GUANGZHOU" userId="72ec857a-b8de-469a-9517-ff71228b7f4b" providerId="ADAL" clId="{0D1561C3-1FB5-450D-8508-CDB5EF242731}" dt="2026-04-01T09:54:16.108" v="5426" actId="20577"/>
          <ac:spMkLst>
            <pc:docMk/>
            <pc:sldMk cId="3858473397" sldId="2147481964"/>
            <ac:spMk id="4" creationId="{DD44289C-1183-DD1C-AFFD-F7359F17D0B1}"/>
          </ac:spMkLst>
        </pc:spChg>
      </pc:sldChg>
      <pc:sldChg chg="addSp delSp modSp mod">
        <pc:chgData name="权泰希 권태희 (Taehee Kwon) COSMAX GUANGZHOU" userId="72ec857a-b8de-469a-9517-ff71228b7f4b" providerId="ADAL" clId="{0D1561C3-1FB5-450D-8508-CDB5EF242731}" dt="2026-04-01T09:53:32.990" v="5416"/>
        <pc:sldMkLst>
          <pc:docMk/>
          <pc:sldMk cId="814117185" sldId="2147481967"/>
        </pc:sldMkLst>
        <pc:spChg chg="mod">
          <ac:chgData name="权泰希 권태희 (Taehee Kwon) COSMAX GUANGZHOU" userId="72ec857a-b8de-469a-9517-ff71228b7f4b" providerId="ADAL" clId="{0D1561C3-1FB5-450D-8508-CDB5EF242731}" dt="2026-03-25T10:13:48.059" v="220" actId="20577"/>
          <ac:spMkLst>
            <pc:docMk/>
            <pc:sldMk cId="814117185" sldId="2147481967"/>
            <ac:spMk id="4" creationId="{72CD748C-F2A3-1C6F-6DB0-F1761E7BBD78}"/>
          </ac:spMkLst>
        </pc:spChg>
        <pc:spChg chg="add mod">
          <ac:chgData name="权泰希 권태희 (Taehee Kwon) COSMAX GUANGZHOU" userId="72ec857a-b8de-469a-9517-ff71228b7f4b" providerId="ADAL" clId="{0D1561C3-1FB5-450D-8508-CDB5EF242731}" dt="2026-04-01T09:11:39.730" v="5392" actId="255"/>
          <ac:spMkLst>
            <pc:docMk/>
            <pc:sldMk cId="814117185" sldId="2147481967"/>
            <ac:spMk id="11" creationId="{67054D85-EDBC-C14B-B487-AEC3C4EA8032}"/>
          </ac:spMkLst>
        </pc:spChg>
        <pc:spChg chg="mod">
          <ac:chgData name="权泰希 권태희 (Taehee Kwon) COSMAX GUANGZHOU" userId="72ec857a-b8de-469a-9517-ff71228b7f4b" providerId="ADAL" clId="{0D1561C3-1FB5-450D-8508-CDB5EF242731}" dt="2026-04-01T00:24:54.084" v="5056" actId="20577"/>
          <ac:spMkLst>
            <pc:docMk/>
            <pc:sldMk cId="814117185" sldId="2147481967"/>
            <ac:spMk id="20" creationId="{22A56D03-FDCB-E7D1-B3F3-376D8BC6BE7A}"/>
          </ac:spMkLst>
        </pc:spChg>
        <pc:spChg chg="mod">
          <ac:chgData name="权泰希 권태희 (Taehee Kwon) COSMAX GUANGZHOU" userId="72ec857a-b8de-469a-9517-ff71228b7f4b" providerId="ADAL" clId="{0D1561C3-1FB5-450D-8508-CDB5EF242731}" dt="2026-04-01T00:25:30.100" v="5058" actId="20577"/>
          <ac:spMkLst>
            <pc:docMk/>
            <pc:sldMk cId="814117185" sldId="2147481967"/>
            <ac:spMk id="22" creationId="{CDE011B6-0D7B-F4D1-823B-C3FDB79750D3}"/>
          </ac:spMkLst>
        </pc:spChg>
        <pc:spChg chg="mod">
          <ac:chgData name="权泰希 권태희 (Taehee Kwon) COSMAX GUANGZHOU" userId="72ec857a-b8de-469a-9517-ff71228b7f4b" providerId="ADAL" clId="{0D1561C3-1FB5-450D-8508-CDB5EF242731}" dt="2026-03-28T04:29:41.463" v="4550" actId="1076"/>
          <ac:spMkLst>
            <pc:docMk/>
            <pc:sldMk cId="814117185" sldId="2147481967"/>
            <ac:spMk id="23" creationId="{5601E7D9-B339-3DCD-745E-58B6128ACC1A}"/>
          </ac:spMkLst>
        </pc:spChg>
        <pc:spChg chg="mod">
          <ac:chgData name="权泰希 권태희 (Taehee Kwon) COSMAX GUANGZHOU" userId="72ec857a-b8de-469a-9517-ff71228b7f4b" providerId="ADAL" clId="{0D1561C3-1FB5-450D-8508-CDB5EF242731}" dt="2026-03-28T04:30:53.512" v="4641" actId="1076"/>
          <ac:spMkLst>
            <pc:docMk/>
            <pc:sldMk cId="814117185" sldId="2147481967"/>
            <ac:spMk id="26" creationId="{B9291FA5-E69C-7A51-BA02-D8FDCE6FC448}"/>
          </ac:spMkLst>
        </pc:spChg>
        <pc:spChg chg="mod">
          <ac:chgData name="权泰希 권태희 (Taehee Kwon) COSMAX GUANGZHOU" userId="72ec857a-b8de-469a-9517-ff71228b7f4b" providerId="ADAL" clId="{0D1561C3-1FB5-450D-8508-CDB5EF242731}" dt="2026-03-28T04:29:58.220" v="4552" actId="1076"/>
          <ac:spMkLst>
            <pc:docMk/>
            <pc:sldMk cId="814117185" sldId="2147481967"/>
            <ac:spMk id="27" creationId="{BFD28A81-62A8-B95B-8AE1-3A4E2A4E92B0}"/>
          </ac:spMkLst>
        </pc:spChg>
        <pc:spChg chg="mod">
          <ac:chgData name="权泰希 권태희 (Taehee Kwon) COSMAX GUANGZHOU" userId="72ec857a-b8de-469a-9517-ff71228b7f4b" providerId="ADAL" clId="{0D1561C3-1FB5-450D-8508-CDB5EF242731}" dt="2026-04-01T09:10:18.374" v="5245" actId="20577"/>
          <ac:spMkLst>
            <pc:docMk/>
            <pc:sldMk cId="814117185" sldId="2147481967"/>
            <ac:spMk id="32" creationId="{79C3D72A-31A1-76AB-FD3D-8E8F022B8984}"/>
          </ac:spMkLst>
        </pc:spChg>
        <pc:spChg chg="mod">
          <ac:chgData name="权泰希 권태희 (Taehee Kwon) COSMAX GUANGZHOU" userId="72ec857a-b8de-469a-9517-ff71228b7f4b" providerId="ADAL" clId="{0D1561C3-1FB5-450D-8508-CDB5EF242731}" dt="2026-03-28T04:44:54.232" v="4836"/>
          <ac:spMkLst>
            <pc:docMk/>
            <pc:sldMk cId="814117185" sldId="2147481967"/>
            <ac:spMk id="36" creationId="{F32CF06E-3631-807D-47BA-D8943023658C}"/>
          </ac:spMkLst>
        </pc:spChg>
        <pc:spChg chg="mod">
          <ac:chgData name="权泰希 권태희 (Taehee Kwon) COSMAX GUANGZHOU" userId="72ec857a-b8de-469a-9517-ff71228b7f4b" providerId="ADAL" clId="{0D1561C3-1FB5-450D-8508-CDB5EF242731}" dt="2026-04-01T09:49:51.050" v="5406" actId="20577"/>
          <ac:spMkLst>
            <pc:docMk/>
            <pc:sldMk cId="814117185" sldId="2147481967"/>
            <ac:spMk id="59" creationId="{655461A3-8C33-FD9C-F716-1F2AC16FE3BA}"/>
          </ac:spMkLst>
        </pc:spChg>
        <pc:spChg chg="mod">
          <ac:chgData name="权泰希 권태희 (Taehee Kwon) COSMAX GUANGZHOU" userId="72ec857a-b8de-469a-9517-ff71228b7f4b" providerId="ADAL" clId="{0D1561C3-1FB5-450D-8508-CDB5EF242731}" dt="2026-04-01T00:21:03.551" v="5054" actId="20577"/>
          <ac:spMkLst>
            <pc:docMk/>
            <pc:sldMk cId="814117185" sldId="2147481967"/>
            <ac:spMk id="61" creationId="{1C237D4B-429C-EC54-34D6-C0D966002064}"/>
          </ac:spMkLst>
        </pc:spChg>
        <pc:spChg chg="mod">
          <ac:chgData name="权泰希 권태희 (Taehee Kwon) COSMAX GUANGZHOU" userId="72ec857a-b8de-469a-9517-ff71228b7f4b" providerId="ADAL" clId="{0D1561C3-1FB5-450D-8508-CDB5EF242731}" dt="2026-03-28T04:31:58.745" v="4661" actId="20577"/>
          <ac:spMkLst>
            <pc:docMk/>
            <pc:sldMk cId="814117185" sldId="2147481967"/>
            <ac:spMk id="80" creationId="{D3A1872B-5726-7970-520A-2E1B7D213396}"/>
          </ac:spMkLst>
        </pc:spChg>
        <pc:graphicFrameChg chg="add mod">
          <ac:chgData name="权泰希 권태희 (Taehee Kwon) COSMAX GUANGZHOU" userId="72ec857a-b8de-469a-9517-ff71228b7f4b" providerId="ADAL" clId="{0D1561C3-1FB5-450D-8508-CDB5EF242731}" dt="2026-04-01T09:53:32.990" v="5416"/>
          <ac:graphicFrameMkLst>
            <pc:docMk/>
            <pc:sldMk cId="814117185" sldId="2147481967"/>
            <ac:graphicFrameMk id="12" creationId="{CB67DED4-19B4-FF19-9D31-87A9374CFDB6}"/>
          </ac:graphicFrameMkLst>
        </pc:graphicFrameChg>
        <pc:cxnChg chg="add del mod">
          <ac:chgData name="权泰希 권태희 (Taehee Kwon) COSMAX GUANGZHOU" userId="72ec857a-b8de-469a-9517-ff71228b7f4b" providerId="ADAL" clId="{0D1561C3-1FB5-450D-8508-CDB5EF242731}" dt="2026-03-28T04:30:44.362" v="4640" actId="1037"/>
          <ac:cxnSpMkLst>
            <pc:docMk/>
            <pc:sldMk cId="814117185" sldId="2147481967"/>
            <ac:cxnSpMk id="31" creationId="{8084AA3B-D2D3-62C9-90D9-53B15DC5FE1B}"/>
          </ac:cxnSpMkLst>
        </pc:cxnChg>
      </pc:sldChg>
      <pc:sldChg chg="addSp delSp modSp mod">
        <pc:chgData name="权泰希 권태희 (Taehee Kwon) COSMAX GUANGZHOU" userId="72ec857a-b8de-469a-9517-ff71228b7f4b" providerId="ADAL" clId="{0D1561C3-1FB5-450D-8508-CDB5EF242731}" dt="2026-04-01T09:09:00.934" v="5219" actId="20577"/>
        <pc:sldMkLst>
          <pc:docMk/>
          <pc:sldMk cId="320999739" sldId="2147481968"/>
        </pc:sldMkLst>
        <pc:spChg chg="mod">
          <ac:chgData name="权泰希 권태희 (Taehee Kwon) COSMAX GUANGZHOU" userId="72ec857a-b8de-469a-9517-ff71228b7f4b" providerId="ADAL" clId="{0D1561C3-1FB5-450D-8508-CDB5EF242731}" dt="2026-04-01T09:02:31.480" v="5097" actId="20577"/>
          <ac:spMkLst>
            <pc:docMk/>
            <pc:sldMk cId="320999739" sldId="2147481968"/>
            <ac:spMk id="5" creationId="{7BCA9372-20E4-73B8-6BAE-0E1EEEC11CEB}"/>
          </ac:spMkLst>
        </pc:spChg>
        <pc:spChg chg="add mod">
          <ac:chgData name="权泰希 권태희 (Taehee Kwon) COSMAX GUANGZHOU" userId="72ec857a-b8de-469a-9517-ff71228b7f4b" providerId="ADAL" clId="{0D1561C3-1FB5-450D-8508-CDB5EF242731}" dt="2026-03-25T10:19:28.974" v="262" actId="1035"/>
          <ac:spMkLst>
            <pc:docMk/>
            <pc:sldMk cId="320999739" sldId="2147481968"/>
            <ac:spMk id="12" creationId="{7B20CBE6-AC8C-2C6A-367B-9E5102A34275}"/>
          </ac:spMkLst>
        </pc:spChg>
        <pc:spChg chg="add mod">
          <ac:chgData name="权泰希 권태희 (Taehee Kwon) COSMAX GUANGZHOU" userId="72ec857a-b8de-469a-9517-ff71228b7f4b" providerId="ADAL" clId="{0D1561C3-1FB5-450D-8508-CDB5EF242731}" dt="2026-04-01T09:02:19.096" v="5093" actId="20577"/>
          <ac:spMkLst>
            <pc:docMk/>
            <pc:sldMk cId="320999739" sldId="2147481968"/>
            <ac:spMk id="14" creationId="{A200C39D-6DE3-1238-CA15-D097CE6EA904}"/>
          </ac:spMkLst>
        </pc:spChg>
        <pc:spChg chg="add mod">
          <ac:chgData name="权泰希 권태희 (Taehee Kwon) COSMAX GUANGZHOU" userId="72ec857a-b8de-469a-9517-ff71228b7f4b" providerId="ADAL" clId="{0D1561C3-1FB5-450D-8508-CDB5EF242731}" dt="2026-03-25T10:20:13.359" v="290" actId="571"/>
          <ac:spMkLst>
            <pc:docMk/>
            <pc:sldMk cId="320999739" sldId="2147481968"/>
            <ac:spMk id="15" creationId="{8F146EB6-C381-F05C-060E-7485A2E31A52}"/>
          </ac:spMkLst>
        </pc:spChg>
        <pc:spChg chg="add mod">
          <ac:chgData name="权泰希 권태희 (Taehee Kwon) COSMAX GUANGZHOU" userId="72ec857a-b8de-469a-9517-ff71228b7f4b" providerId="ADAL" clId="{0D1561C3-1FB5-450D-8508-CDB5EF242731}" dt="2026-04-01T09:05:00.608" v="5181" actId="20577"/>
          <ac:spMkLst>
            <pc:docMk/>
            <pc:sldMk cId="320999739" sldId="2147481968"/>
            <ac:spMk id="16" creationId="{A1ED05B3-A1C2-E356-51D1-5C17416A75A4}"/>
          </ac:spMkLst>
        </pc:spChg>
        <pc:spChg chg="add mod">
          <ac:chgData name="权泰希 권태희 (Taehee Kwon) COSMAX GUANGZHOU" userId="72ec857a-b8de-469a-9517-ff71228b7f4b" providerId="ADAL" clId="{0D1561C3-1FB5-450D-8508-CDB5EF242731}" dt="2026-03-27T05:58:37.344" v="3647" actId="255"/>
          <ac:spMkLst>
            <pc:docMk/>
            <pc:sldMk cId="320999739" sldId="2147481968"/>
            <ac:spMk id="18" creationId="{13BFC72F-F5B7-316C-FAAC-4B4266D0AA5E}"/>
          </ac:spMkLst>
        </pc:spChg>
        <pc:spChg chg="add mod">
          <ac:chgData name="权泰希 권태희 (Taehee Kwon) COSMAX GUANGZHOU" userId="72ec857a-b8de-469a-9517-ff71228b7f4b" providerId="ADAL" clId="{0D1561C3-1FB5-450D-8508-CDB5EF242731}" dt="2026-03-26T09:43:27.875" v="2088" actId="571"/>
          <ac:spMkLst>
            <pc:docMk/>
            <pc:sldMk cId="320999739" sldId="2147481968"/>
            <ac:spMk id="20" creationId="{2454AA73-EE8A-7BAC-E746-919856445BF9}"/>
          </ac:spMkLst>
        </pc:spChg>
        <pc:spChg chg="add mod">
          <ac:chgData name="权泰希 권태희 (Taehee Kwon) COSMAX GUANGZHOU" userId="72ec857a-b8de-469a-9517-ff71228b7f4b" providerId="ADAL" clId="{0D1561C3-1FB5-450D-8508-CDB5EF242731}" dt="2026-03-26T09:44:35.919" v="2202" actId="20577"/>
          <ac:spMkLst>
            <pc:docMk/>
            <pc:sldMk cId="320999739" sldId="2147481968"/>
            <ac:spMk id="22" creationId="{CBFD7314-E904-7C37-B828-BB89FBE7D56F}"/>
          </ac:spMkLst>
        </pc:spChg>
        <pc:spChg chg="mod">
          <ac:chgData name="权泰希 권태희 (Taehee Kwon) COSMAX GUANGZHOU" userId="72ec857a-b8de-469a-9517-ff71228b7f4b" providerId="ADAL" clId="{0D1561C3-1FB5-450D-8508-CDB5EF242731}" dt="2026-03-25T10:35:42.626" v="562" actId="2711"/>
          <ac:spMkLst>
            <pc:docMk/>
            <pc:sldMk cId="320999739" sldId="2147481968"/>
            <ac:spMk id="32" creationId="{FABFD88A-7565-CC0B-EB98-B5ACDBB82ADE}"/>
          </ac:spMkLst>
        </pc:spChg>
        <pc:spChg chg="mod">
          <ac:chgData name="权泰希 권태희 (Taehee Kwon) COSMAX GUANGZHOU" userId="72ec857a-b8de-469a-9517-ff71228b7f4b" providerId="ADAL" clId="{0D1561C3-1FB5-450D-8508-CDB5EF242731}" dt="2026-03-25T10:35:16.358" v="561" actId="2711"/>
          <ac:spMkLst>
            <pc:docMk/>
            <pc:sldMk cId="320999739" sldId="2147481968"/>
            <ac:spMk id="37" creationId="{2AC0891D-012A-9694-9F85-5C598AACA561}"/>
          </ac:spMkLst>
        </pc:spChg>
        <pc:spChg chg="mod">
          <ac:chgData name="权泰希 권태희 (Taehee Kwon) COSMAX GUANGZHOU" userId="72ec857a-b8de-469a-9517-ff71228b7f4b" providerId="ADAL" clId="{0D1561C3-1FB5-450D-8508-CDB5EF242731}" dt="2026-03-25T10:35:00.637" v="560" actId="2711"/>
          <ac:spMkLst>
            <pc:docMk/>
            <pc:sldMk cId="320999739" sldId="2147481968"/>
            <ac:spMk id="38" creationId="{93A0BBF6-2421-1DAB-2C4C-F9E06D187399}"/>
          </ac:spMkLst>
        </pc:spChg>
        <pc:spChg chg="mod">
          <ac:chgData name="权泰希 권태희 (Taehee Kwon) COSMAX GUANGZHOU" userId="72ec857a-b8de-469a-9517-ff71228b7f4b" providerId="ADAL" clId="{0D1561C3-1FB5-450D-8508-CDB5EF242731}" dt="2026-03-25T10:35:16.358" v="561" actId="2711"/>
          <ac:spMkLst>
            <pc:docMk/>
            <pc:sldMk cId="320999739" sldId="2147481968"/>
            <ac:spMk id="39" creationId="{F4525612-F6A0-35F9-862E-1F398C2DB14D}"/>
          </ac:spMkLst>
        </pc:spChg>
        <pc:spChg chg="mod">
          <ac:chgData name="权泰希 권태희 (Taehee Kwon) COSMAX GUANGZHOU" userId="72ec857a-b8de-469a-9517-ff71228b7f4b" providerId="ADAL" clId="{0D1561C3-1FB5-450D-8508-CDB5EF242731}" dt="2026-03-25T10:35:00.637" v="560" actId="2711"/>
          <ac:spMkLst>
            <pc:docMk/>
            <pc:sldMk cId="320999739" sldId="2147481968"/>
            <ac:spMk id="40" creationId="{DF8EA5A2-C598-1310-1A44-C5E0DE8C6859}"/>
          </ac:spMkLst>
        </pc:spChg>
        <pc:spChg chg="mod">
          <ac:chgData name="权泰希 권태희 (Taehee Kwon) COSMAX GUANGZHOU" userId="72ec857a-b8de-469a-9517-ff71228b7f4b" providerId="ADAL" clId="{0D1561C3-1FB5-450D-8508-CDB5EF242731}" dt="2026-04-01T09:01:37.327" v="5071" actId="20577"/>
          <ac:spMkLst>
            <pc:docMk/>
            <pc:sldMk cId="320999739" sldId="2147481968"/>
            <ac:spMk id="41" creationId="{0D6D602F-75C4-4D47-F9A9-2660A35BEDDE}"/>
          </ac:spMkLst>
        </pc:spChg>
        <pc:spChg chg="mod">
          <ac:chgData name="权泰希 권태희 (Taehee Kwon) COSMAX GUANGZHOU" userId="72ec857a-b8de-469a-9517-ff71228b7f4b" providerId="ADAL" clId="{0D1561C3-1FB5-450D-8508-CDB5EF242731}" dt="2026-03-25T10:35:42.626" v="562" actId="2711"/>
          <ac:spMkLst>
            <pc:docMk/>
            <pc:sldMk cId="320999739" sldId="2147481968"/>
            <ac:spMk id="42" creationId="{DB53C976-BF17-1D54-2692-8466AE81E346}"/>
          </ac:spMkLst>
        </pc:spChg>
        <pc:spChg chg="mod">
          <ac:chgData name="权泰希 권태희 (Taehee Kwon) COSMAX GUANGZHOU" userId="72ec857a-b8de-469a-9517-ff71228b7f4b" providerId="ADAL" clId="{0D1561C3-1FB5-450D-8508-CDB5EF242731}" dt="2026-03-25T10:37:42.190" v="591" actId="2711"/>
          <ac:spMkLst>
            <pc:docMk/>
            <pc:sldMk cId="320999739" sldId="2147481968"/>
            <ac:spMk id="45" creationId="{A29AAAD5-1144-8BEA-5793-A8136EE8CC12}"/>
          </ac:spMkLst>
        </pc:spChg>
        <pc:spChg chg="mod">
          <ac:chgData name="权泰希 권태희 (Taehee Kwon) COSMAX GUANGZHOU" userId="72ec857a-b8de-469a-9517-ff71228b7f4b" providerId="ADAL" clId="{0D1561C3-1FB5-450D-8508-CDB5EF242731}" dt="2026-04-01T09:04:32.295" v="5130" actId="20577"/>
          <ac:spMkLst>
            <pc:docMk/>
            <pc:sldMk cId="320999739" sldId="2147481968"/>
            <ac:spMk id="47" creationId="{BAB45306-3D1B-A092-B5AD-BF281BAF71E8}"/>
          </ac:spMkLst>
        </pc:spChg>
        <pc:spChg chg="mod">
          <ac:chgData name="权泰希 권태희 (Taehee Kwon) COSMAX GUANGZHOU" userId="72ec857a-b8de-469a-9517-ff71228b7f4b" providerId="ADAL" clId="{0D1561C3-1FB5-450D-8508-CDB5EF242731}" dt="2026-03-25T10:18:41.911" v="259" actId="2711"/>
          <ac:spMkLst>
            <pc:docMk/>
            <pc:sldMk cId="320999739" sldId="2147481968"/>
            <ac:spMk id="60" creationId="{BB50E94E-E005-8B83-641C-9FFA174E55F1}"/>
          </ac:spMkLst>
        </pc:spChg>
        <pc:spChg chg="mod">
          <ac:chgData name="权泰希 권태희 (Taehee Kwon) COSMAX GUANGZHOU" userId="72ec857a-b8de-469a-9517-ff71228b7f4b" providerId="ADAL" clId="{0D1561C3-1FB5-450D-8508-CDB5EF242731}" dt="2026-03-25T10:19:44.334" v="274" actId="1037"/>
          <ac:spMkLst>
            <pc:docMk/>
            <pc:sldMk cId="320999739" sldId="2147481968"/>
            <ac:spMk id="65" creationId="{46A6F149-5E29-2FB1-2FFD-A67786D06AE3}"/>
          </ac:spMkLst>
        </pc:spChg>
        <pc:spChg chg="mod">
          <ac:chgData name="权泰希 권태희 (Taehee Kwon) COSMAX GUANGZHOU" userId="72ec857a-b8de-469a-9517-ff71228b7f4b" providerId="ADAL" clId="{0D1561C3-1FB5-450D-8508-CDB5EF242731}" dt="2026-04-01T09:02:15.832" v="5091" actId="20577"/>
          <ac:spMkLst>
            <pc:docMk/>
            <pc:sldMk cId="320999739" sldId="2147481968"/>
            <ac:spMk id="66" creationId="{ED1D019C-F4AC-9E13-AE6C-F353043BE396}"/>
          </ac:spMkLst>
        </pc:spChg>
        <pc:spChg chg="mod">
          <ac:chgData name="权泰希 권태희 (Taehee Kwon) COSMAX GUANGZHOU" userId="72ec857a-b8de-469a-9517-ff71228b7f4b" providerId="ADAL" clId="{0D1561C3-1FB5-450D-8508-CDB5EF242731}" dt="2026-03-25T10:20:01.908" v="289" actId="1035"/>
          <ac:spMkLst>
            <pc:docMk/>
            <pc:sldMk cId="320999739" sldId="2147481968"/>
            <ac:spMk id="67" creationId="{F9A5A140-1663-CCC3-3158-6835D8C28F96}"/>
          </ac:spMkLst>
        </pc:spChg>
        <pc:spChg chg="mod">
          <ac:chgData name="权泰希 권태희 (Taehee Kwon) COSMAX GUANGZHOU" userId="72ec857a-b8de-469a-9517-ff71228b7f4b" providerId="ADAL" clId="{0D1561C3-1FB5-450D-8508-CDB5EF242731}" dt="2026-04-01T09:02:23.752" v="5095" actId="20577"/>
          <ac:spMkLst>
            <pc:docMk/>
            <pc:sldMk cId="320999739" sldId="2147481968"/>
            <ac:spMk id="68" creationId="{CD6377B4-89E2-29D6-0F9F-40970A7030C8}"/>
          </ac:spMkLst>
        </pc:spChg>
        <pc:spChg chg="mod">
          <ac:chgData name="权泰希 권태희 (Taehee Kwon) COSMAX GUANGZHOU" userId="72ec857a-b8de-469a-9517-ff71228b7f4b" providerId="ADAL" clId="{0D1561C3-1FB5-450D-8508-CDB5EF242731}" dt="2026-04-01T09:01:30.368" v="5067" actId="20577"/>
          <ac:spMkLst>
            <pc:docMk/>
            <pc:sldMk cId="320999739" sldId="2147481968"/>
            <ac:spMk id="69" creationId="{454A70A5-C4B5-C470-276F-88D609D1C29C}"/>
          </ac:spMkLst>
        </pc:spChg>
        <pc:spChg chg="mod">
          <ac:chgData name="权泰希 권태희 (Taehee Kwon) COSMAX GUANGZHOU" userId="72ec857a-b8de-469a-9517-ff71228b7f4b" providerId="ADAL" clId="{0D1561C3-1FB5-450D-8508-CDB5EF242731}" dt="2026-03-25T10:25:43.927" v="397" actId="14100"/>
          <ac:spMkLst>
            <pc:docMk/>
            <pc:sldMk cId="320999739" sldId="2147481968"/>
            <ac:spMk id="70" creationId="{7BFC34CF-AB3F-182E-6A57-8D4A8BF03A26}"/>
          </ac:spMkLst>
        </pc:spChg>
        <pc:spChg chg="mod">
          <ac:chgData name="权泰希 권태희 (Taehee Kwon) COSMAX GUANGZHOU" userId="72ec857a-b8de-469a-9517-ff71228b7f4b" providerId="ADAL" clId="{0D1561C3-1FB5-450D-8508-CDB5EF242731}" dt="2026-03-25T10:35:42.626" v="562" actId="2711"/>
          <ac:spMkLst>
            <pc:docMk/>
            <pc:sldMk cId="320999739" sldId="2147481968"/>
            <ac:spMk id="73" creationId="{746B6423-D6D2-A965-A64B-B8966B04CC74}"/>
          </ac:spMkLst>
        </pc:spChg>
        <pc:spChg chg="mod">
          <ac:chgData name="权泰希 권태희 (Taehee Kwon) COSMAX GUANGZHOU" userId="72ec857a-b8de-469a-9517-ff71228b7f4b" providerId="ADAL" clId="{0D1561C3-1FB5-450D-8508-CDB5EF242731}" dt="2026-03-25T10:37:42.190" v="591" actId="2711"/>
          <ac:spMkLst>
            <pc:docMk/>
            <pc:sldMk cId="320999739" sldId="2147481968"/>
            <ac:spMk id="78" creationId="{0A05AE48-5015-A448-0387-D59E668761ED}"/>
          </ac:spMkLst>
        </pc:spChg>
        <pc:spChg chg="add mod">
          <ac:chgData name="权泰希 권태희 (Taehee Kwon) COSMAX GUANGZHOU" userId="72ec857a-b8de-469a-9517-ff71228b7f4b" providerId="ADAL" clId="{0D1561C3-1FB5-450D-8508-CDB5EF242731}" dt="2026-03-25T10:30:03.199" v="461" actId="571"/>
          <ac:spMkLst>
            <pc:docMk/>
            <pc:sldMk cId="320999739" sldId="2147481968"/>
            <ac:spMk id="81" creationId="{FBED8ECE-10C7-E8A9-4796-7A973E8BB307}"/>
          </ac:spMkLst>
        </pc:spChg>
        <pc:spChg chg="add mod">
          <ac:chgData name="权泰希 권태희 (Taehee Kwon) COSMAX GUANGZHOU" userId="72ec857a-b8de-469a-9517-ff71228b7f4b" providerId="ADAL" clId="{0D1561C3-1FB5-450D-8508-CDB5EF242731}" dt="2026-03-25T10:35:00.637" v="560" actId="2711"/>
          <ac:spMkLst>
            <pc:docMk/>
            <pc:sldMk cId="320999739" sldId="2147481968"/>
            <ac:spMk id="82" creationId="{78E62FF7-DB8A-C6DE-912E-609EAEF8E9C9}"/>
          </ac:spMkLst>
        </pc:spChg>
        <pc:spChg chg="add mod">
          <ac:chgData name="权泰希 권태희 (Taehee Kwon) COSMAX GUANGZHOU" userId="72ec857a-b8de-469a-9517-ff71228b7f4b" providerId="ADAL" clId="{0D1561C3-1FB5-450D-8508-CDB5EF242731}" dt="2026-03-25T10:32:16.330" v="517" actId="1036"/>
          <ac:spMkLst>
            <pc:docMk/>
            <pc:sldMk cId="320999739" sldId="2147481968"/>
            <ac:spMk id="83" creationId="{9A793FA2-998F-48DD-2209-EEEE7EF9A173}"/>
          </ac:spMkLst>
        </pc:spChg>
        <pc:spChg chg="add mod">
          <ac:chgData name="权泰希 권태희 (Taehee Kwon) COSMAX GUANGZHOU" userId="72ec857a-b8de-469a-9517-ff71228b7f4b" providerId="ADAL" clId="{0D1561C3-1FB5-450D-8508-CDB5EF242731}" dt="2026-04-01T09:06:24.709" v="5202" actId="20577"/>
          <ac:spMkLst>
            <pc:docMk/>
            <pc:sldMk cId="320999739" sldId="2147481968"/>
            <ac:spMk id="84" creationId="{5516ECAC-A1D2-CAAE-899E-4B18648548E5}"/>
          </ac:spMkLst>
        </pc:spChg>
        <pc:spChg chg="ord">
          <ac:chgData name="权泰希 권태희 (Taehee Kwon) COSMAX GUANGZHOU" userId="72ec857a-b8de-469a-9517-ff71228b7f4b" providerId="ADAL" clId="{0D1561C3-1FB5-450D-8508-CDB5EF242731}" dt="2026-03-25T10:26:48.441" v="408" actId="167"/>
          <ac:spMkLst>
            <pc:docMk/>
            <pc:sldMk cId="320999739" sldId="2147481968"/>
            <ac:spMk id="99" creationId="{58F6199A-3886-F1B3-FC80-47F5E545F0B2}"/>
          </ac:spMkLst>
        </pc:spChg>
        <pc:spChg chg="add del mod ord">
          <ac:chgData name="权泰希 권태희 (Taehee Kwon) COSMAX GUANGZHOU" userId="72ec857a-b8de-469a-9517-ff71228b7f4b" providerId="ADAL" clId="{0D1561C3-1FB5-450D-8508-CDB5EF242731}" dt="2026-03-25T10:27:07.549" v="411" actId="14100"/>
          <ac:spMkLst>
            <pc:docMk/>
            <pc:sldMk cId="320999739" sldId="2147481968"/>
            <ac:spMk id="100" creationId="{D6E89CAD-A763-B292-8EFF-88800E1F806D}"/>
          </ac:spMkLst>
        </pc:spChg>
        <pc:spChg chg="mod">
          <ac:chgData name="权泰希 권태희 (Taehee Kwon) COSMAX GUANGZHOU" userId="72ec857a-b8de-469a-9517-ff71228b7f4b" providerId="ADAL" clId="{0D1561C3-1FB5-450D-8508-CDB5EF242731}" dt="2026-03-25T10:25:43.927" v="397" actId="14100"/>
          <ac:spMkLst>
            <pc:docMk/>
            <pc:sldMk cId="320999739" sldId="2147481968"/>
            <ac:spMk id="102" creationId="{2D24D2BE-CE2D-5300-667D-666E3A22C04B}"/>
          </ac:spMkLst>
        </pc:spChg>
        <pc:spChg chg="mod">
          <ac:chgData name="权泰希 권태희 (Taehee Kwon) COSMAX GUANGZHOU" userId="72ec857a-b8de-469a-9517-ff71228b7f4b" providerId="ADAL" clId="{0D1561C3-1FB5-450D-8508-CDB5EF242731}" dt="2026-03-25T10:37:51.017" v="592" actId="2711"/>
          <ac:spMkLst>
            <pc:docMk/>
            <pc:sldMk cId="320999739" sldId="2147481968"/>
            <ac:spMk id="106" creationId="{87266AAD-FDBF-59C5-2712-2EB55F0DCF07}"/>
          </ac:spMkLst>
        </pc:spChg>
        <pc:spChg chg="mod">
          <ac:chgData name="权泰希 권태희 (Taehee Kwon) COSMAX GUANGZHOU" userId="72ec857a-b8de-469a-9517-ff71228b7f4b" providerId="ADAL" clId="{0D1561C3-1FB5-450D-8508-CDB5EF242731}" dt="2026-04-01T09:04:53.151" v="5179" actId="20577"/>
          <ac:spMkLst>
            <pc:docMk/>
            <pc:sldMk cId="320999739" sldId="2147481968"/>
            <ac:spMk id="107" creationId="{2946ADF7-2472-C3C3-E517-3ACA48FDE0BF}"/>
          </ac:spMkLst>
        </pc:spChg>
        <pc:spChg chg="mod">
          <ac:chgData name="权泰希 권태희 (Taehee Kwon) COSMAX GUANGZHOU" userId="72ec857a-b8de-469a-9517-ff71228b7f4b" providerId="ADAL" clId="{0D1561C3-1FB5-450D-8508-CDB5EF242731}" dt="2026-03-25T10:37:51.017" v="592" actId="2711"/>
          <ac:spMkLst>
            <pc:docMk/>
            <pc:sldMk cId="320999739" sldId="2147481968"/>
            <ac:spMk id="108" creationId="{99E744B5-1262-69AF-E1F5-262CDF97D494}"/>
          </ac:spMkLst>
        </pc:spChg>
        <pc:spChg chg="mod">
          <ac:chgData name="权泰希 권태희 (Taehee Kwon) COSMAX GUANGZHOU" userId="72ec857a-b8de-469a-9517-ff71228b7f4b" providerId="ADAL" clId="{0D1561C3-1FB5-450D-8508-CDB5EF242731}" dt="2026-04-01T09:05:07.872" v="5183" actId="20577"/>
          <ac:spMkLst>
            <pc:docMk/>
            <pc:sldMk cId="320999739" sldId="2147481968"/>
            <ac:spMk id="109" creationId="{20FCE1D4-3F9A-E375-FCF2-C71F271C0AC8}"/>
          </ac:spMkLst>
        </pc:spChg>
        <pc:spChg chg="mod">
          <ac:chgData name="权泰希 권태희 (Taehee Kwon) COSMAX GUANGZHOU" userId="72ec857a-b8de-469a-9517-ff71228b7f4b" providerId="ADAL" clId="{0D1561C3-1FB5-450D-8508-CDB5EF242731}" dt="2026-04-01T09:01:47.609" v="5075" actId="20577"/>
          <ac:spMkLst>
            <pc:docMk/>
            <pc:sldMk cId="320999739" sldId="2147481968"/>
            <ac:spMk id="110" creationId="{C1D42E96-FFD7-095C-ADA6-9C443F48E4B4}"/>
          </ac:spMkLst>
        </pc:spChg>
        <pc:spChg chg="mod">
          <ac:chgData name="权泰希 권태희 (Taehee Kwon) COSMAX GUANGZHOU" userId="72ec857a-b8de-469a-9517-ff71228b7f4b" providerId="ADAL" clId="{0D1561C3-1FB5-450D-8508-CDB5EF242731}" dt="2026-03-25T10:35:42.626" v="562" actId="2711"/>
          <ac:spMkLst>
            <pc:docMk/>
            <pc:sldMk cId="320999739" sldId="2147481968"/>
            <ac:spMk id="111" creationId="{DBC91BFB-E8F2-721A-A6F0-2CF0FBB1B7A2}"/>
          </ac:spMkLst>
        </pc:spChg>
        <pc:spChg chg="mod">
          <ac:chgData name="权泰希 권태희 (Taehee Kwon) COSMAX GUANGZHOU" userId="72ec857a-b8de-469a-9517-ff71228b7f4b" providerId="ADAL" clId="{0D1561C3-1FB5-450D-8508-CDB5EF242731}" dt="2026-03-25T10:37:42.190" v="591" actId="2711"/>
          <ac:spMkLst>
            <pc:docMk/>
            <pc:sldMk cId="320999739" sldId="2147481968"/>
            <ac:spMk id="114" creationId="{22A46B96-D4A8-C66B-0F4B-65AE60153748}"/>
          </ac:spMkLst>
        </pc:spChg>
        <pc:spChg chg="mod">
          <ac:chgData name="权泰希 권태희 (Taehee Kwon) COSMAX GUANGZHOU" userId="72ec857a-b8de-469a-9517-ff71228b7f4b" providerId="ADAL" clId="{0D1561C3-1FB5-450D-8508-CDB5EF242731}" dt="2026-03-25T10:27:26.827" v="427" actId="1037"/>
          <ac:spMkLst>
            <pc:docMk/>
            <pc:sldMk cId="320999739" sldId="2147481968"/>
            <ac:spMk id="128" creationId="{5CFED224-AEB8-549D-BB20-673DEF1C1ACA}"/>
          </ac:spMkLst>
        </pc:spChg>
        <pc:spChg chg="mod">
          <ac:chgData name="权泰希 권태희 (Taehee Kwon) COSMAX GUANGZHOU" userId="72ec857a-b8de-469a-9517-ff71228b7f4b" providerId="ADAL" clId="{0D1561C3-1FB5-450D-8508-CDB5EF242731}" dt="2026-03-25T10:37:51.017" v="592" actId="2711"/>
          <ac:spMkLst>
            <pc:docMk/>
            <pc:sldMk cId="320999739" sldId="2147481968"/>
            <ac:spMk id="132" creationId="{605F8B04-0DEF-71D9-12C0-D0CD39759C0E}"/>
          </ac:spMkLst>
        </pc:spChg>
        <pc:spChg chg="mod">
          <ac:chgData name="权泰希 권태희 (Taehee Kwon) COSMAX GUANGZHOU" userId="72ec857a-b8de-469a-9517-ff71228b7f4b" providerId="ADAL" clId="{0D1561C3-1FB5-450D-8508-CDB5EF242731}" dt="2026-04-01T09:05:46.642" v="5194" actId="20577"/>
          <ac:spMkLst>
            <pc:docMk/>
            <pc:sldMk cId="320999739" sldId="2147481968"/>
            <ac:spMk id="133" creationId="{6C033A54-6A9A-8B82-A60C-E8BE50369A53}"/>
          </ac:spMkLst>
        </pc:spChg>
        <pc:spChg chg="mod">
          <ac:chgData name="权泰希 권태희 (Taehee Kwon) COSMAX GUANGZHOU" userId="72ec857a-b8de-469a-9517-ff71228b7f4b" providerId="ADAL" clId="{0D1561C3-1FB5-450D-8508-CDB5EF242731}" dt="2026-03-25T10:37:51.017" v="592" actId="2711"/>
          <ac:spMkLst>
            <pc:docMk/>
            <pc:sldMk cId="320999739" sldId="2147481968"/>
            <ac:spMk id="134" creationId="{7B91BC9E-C76A-FDF5-EEF5-BAC5EA456D53}"/>
          </ac:spMkLst>
        </pc:spChg>
        <pc:spChg chg="mod">
          <ac:chgData name="权泰希 권태희 (Taehee Kwon) COSMAX GUANGZHOU" userId="72ec857a-b8de-469a-9517-ff71228b7f4b" providerId="ADAL" clId="{0D1561C3-1FB5-450D-8508-CDB5EF242731}" dt="2026-03-25T10:37:24.484" v="588" actId="2711"/>
          <ac:spMkLst>
            <pc:docMk/>
            <pc:sldMk cId="320999739" sldId="2147481968"/>
            <ac:spMk id="135" creationId="{3005E111-1159-31AD-2827-6A6B2B1CBA95}"/>
          </ac:spMkLst>
        </pc:spChg>
        <pc:spChg chg="mod">
          <ac:chgData name="权泰希 권태희 (Taehee Kwon) COSMAX GUANGZHOU" userId="72ec857a-b8de-469a-9517-ff71228b7f4b" providerId="ADAL" clId="{0D1561C3-1FB5-450D-8508-CDB5EF242731}" dt="2026-04-01T09:01:54.760" v="5081" actId="20577"/>
          <ac:spMkLst>
            <pc:docMk/>
            <pc:sldMk cId="320999739" sldId="2147481968"/>
            <ac:spMk id="136" creationId="{535B0378-AAFD-4B29-1329-C7A1295BABE3}"/>
          </ac:spMkLst>
        </pc:spChg>
        <pc:spChg chg="mod">
          <ac:chgData name="权泰希 권태희 (Taehee Kwon) COSMAX GUANGZHOU" userId="72ec857a-b8de-469a-9517-ff71228b7f4b" providerId="ADAL" clId="{0D1561C3-1FB5-450D-8508-CDB5EF242731}" dt="2026-03-25T10:35:42.626" v="562" actId="2711"/>
          <ac:spMkLst>
            <pc:docMk/>
            <pc:sldMk cId="320999739" sldId="2147481968"/>
            <ac:spMk id="137" creationId="{EEE5632C-5B64-5C09-F855-91CE3D0B81D6}"/>
          </ac:spMkLst>
        </pc:spChg>
        <pc:spChg chg="mod">
          <ac:chgData name="权泰希 권태희 (Taehee Kwon) COSMAX GUANGZHOU" userId="72ec857a-b8de-469a-9517-ff71228b7f4b" providerId="ADAL" clId="{0D1561C3-1FB5-450D-8508-CDB5EF242731}" dt="2026-04-01T09:06:34.374" v="5204" actId="20577"/>
          <ac:spMkLst>
            <pc:docMk/>
            <pc:sldMk cId="320999739" sldId="2147481968"/>
            <ac:spMk id="142" creationId="{E7A50B0C-3FC0-3955-290D-68E6AB959250}"/>
          </ac:spMkLst>
        </pc:spChg>
        <pc:spChg chg="mod">
          <ac:chgData name="权泰希 권태희 (Taehee Kwon) COSMAX GUANGZHOU" userId="72ec857a-b8de-469a-9517-ff71228b7f4b" providerId="ADAL" clId="{0D1561C3-1FB5-450D-8508-CDB5EF242731}" dt="2026-03-25T10:18:41.911" v="259" actId="2711"/>
          <ac:spMkLst>
            <pc:docMk/>
            <pc:sldMk cId="320999739" sldId="2147481968"/>
            <ac:spMk id="157" creationId="{9D7A0E1C-1064-C675-F6AF-24DDB69E759C}"/>
          </ac:spMkLst>
        </pc:spChg>
        <pc:spChg chg="mod">
          <ac:chgData name="权泰希 권태희 (Taehee Kwon) COSMAX GUANGZHOU" userId="72ec857a-b8de-469a-9517-ff71228b7f4b" providerId="ADAL" clId="{0D1561C3-1FB5-450D-8508-CDB5EF242731}" dt="2026-03-25T10:18:41.911" v="259" actId="2711"/>
          <ac:spMkLst>
            <pc:docMk/>
            <pc:sldMk cId="320999739" sldId="2147481968"/>
            <ac:spMk id="165" creationId="{8EC59E8F-1B11-D265-1B07-73B65FF502DF}"/>
          </ac:spMkLst>
        </pc:spChg>
        <pc:spChg chg="mod">
          <ac:chgData name="权泰希 권태희 (Taehee Kwon) COSMAX GUANGZHOU" userId="72ec857a-b8de-469a-9517-ff71228b7f4b" providerId="ADAL" clId="{0D1561C3-1FB5-450D-8508-CDB5EF242731}" dt="2026-04-01T09:05:37.743" v="5190" actId="207"/>
          <ac:spMkLst>
            <pc:docMk/>
            <pc:sldMk cId="320999739" sldId="2147481968"/>
            <ac:spMk id="170" creationId="{8560777F-DCF2-D771-8399-A469E707846F}"/>
          </ac:spMkLst>
        </pc:spChg>
        <pc:spChg chg="mod">
          <ac:chgData name="权泰希 권태희 (Taehee Kwon) COSMAX GUANGZHOU" userId="72ec857a-b8de-469a-9517-ff71228b7f4b" providerId="ADAL" clId="{0D1561C3-1FB5-450D-8508-CDB5EF242731}" dt="2026-03-27T05:58:44.448" v="3649" actId="1036"/>
          <ac:spMkLst>
            <pc:docMk/>
            <pc:sldMk cId="320999739" sldId="2147481968"/>
            <ac:spMk id="173" creationId="{0CF9D3E6-35D8-4DB8-67EE-A181ECCAF921}"/>
          </ac:spMkLst>
        </pc:spChg>
        <pc:spChg chg="mod">
          <ac:chgData name="权泰希 권태희 (Taehee Kwon) COSMAX GUANGZHOU" userId="72ec857a-b8de-469a-9517-ff71228b7f4b" providerId="ADAL" clId="{0D1561C3-1FB5-450D-8508-CDB5EF242731}" dt="2026-03-26T09:44:05.645" v="2153"/>
          <ac:spMkLst>
            <pc:docMk/>
            <pc:sldMk cId="320999739" sldId="2147481968"/>
            <ac:spMk id="174" creationId="{294FD788-967B-4A67-5899-F5FDCD587698}"/>
          </ac:spMkLst>
        </pc:spChg>
        <pc:spChg chg="mod">
          <ac:chgData name="权泰希 권태희 (Taehee Kwon) COSMAX GUANGZHOU" userId="72ec857a-b8de-469a-9517-ff71228b7f4b" providerId="ADAL" clId="{0D1561C3-1FB5-450D-8508-CDB5EF242731}" dt="2026-03-26T07:47:05.075" v="1055" actId="20577"/>
          <ac:spMkLst>
            <pc:docMk/>
            <pc:sldMk cId="320999739" sldId="2147481968"/>
            <ac:spMk id="181" creationId="{E2B1F9E8-73C2-1451-CDB8-97E630D05E42}"/>
          </ac:spMkLst>
        </pc:spChg>
        <pc:spChg chg="mod">
          <ac:chgData name="权泰希 권태희 (Taehee Kwon) COSMAX GUANGZHOU" userId="72ec857a-b8de-469a-9517-ff71228b7f4b" providerId="ADAL" clId="{0D1561C3-1FB5-450D-8508-CDB5EF242731}" dt="2026-03-26T08:10:45.154" v="1154" actId="20577"/>
          <ac:spMkLst>
            <pc:docMk/>
            <pc:sldMk cId="320999739" sldId="2147481968"/>
            <ac:spMk id="182" creationId="{E4B46FF2-7C07-E3ED-6561-1C9DC14756C4}"/>
          </ac:spMkLst>
        </pc:spChg>
        <pc:graphicFrameChg chg="mod modGraphic">
          <ac:chgData name="权泰希 권태희 (Taehee Kwon) COSMAX GUANGZHOU" userId="72ec857a-b8de-469a-9517-ff71228b7f4b" providerId="ADAL" clId="{0D1561C3-1FB5-450D-8508-CDB5EF242731}" dt="2026-04-01T09:07:00.848" v="5208" actId="20577"/>
          <ac:graphicFrameMkLst>
            <pc:docMk/>
            <pc:sldMk cId="320999739" sldId="2147481968"/>
            <ac:graphicFrameMk id="6" creationId="{4C98ABBC-FE5C-98F0-C891-52784D62D75D}"/>
          </ac:graphicFrameMkLst>
        </pc:graphicFrameChg>
        <pc:graphicFrameChg chg="modGraphic">
          <ac:chgData name="权泰希 권태희 (Taehee Kwon) COSMAX GUANGZHOU" userId="72ec857a-b8de-469a-9517-ff71228b7f4b" providerId="ADAL" clId="{0D1561C3-1FB5-450D-8508-CDB5EF242731}" dt="2026-04-01T09:07:53.423" v="5213" actId="20577"/>
          <ac:graphicFrameMkLst>
            <pc:docMk/>
            <pc:sldMk cId="320999739" sldId="2147481968"/>
            <ac:graphicFrameMk id="8" creationId="{BA2FE5CB-0A1C-978C-9D03-8A6AE5E1C45D}"/>
          </ac:graphicFrameMkLst>
        </pc:graphicFrameChg>
        <pc:graphicFrameChg chg="modGraphic">
          <ac:chgData name="权泰希 권태희 (Taehee Kwon) COSMAX GUANGZHOU" userId="72ec857a-b8de-469a-9517-ff71228b7f4b" providerId="ADAL" clId="{0D1561C3-1FB5-450D-8508-CDB5EF242731}" dt="2026-04-01T09:08:27.951" v="5215" actId="20577"/>
          <ac:graphicFrameMkLst>
            <pc:docMk/>
            <pc:sldMk cId="320999739" sldId="2147481968"/>
            <ac:graphicFrameMk id="9" creationId="{4B049707-4472-EAAC-7CB6-476EB2FCA50C}"/>
          </ac:graphicFrameMkLst>
        </pc:graphicFrameChg>
        <pc:graphicFrameChg chg="modGraphic">
          <ac:chgData name="权泰希 권태희 (Taehee Kwon) COSMAX GUANGZHOU" userId="72ec857a-b8de-469a-9517-ff71228b7f4b" providerId="ADAL" clId="{0D1561C3-1FB5-450D-8508-CDB5EF242731}" dt="2026-04-01T09:09:00.934" v="5219" actId="20577"/>
          <ac:graphicFrameMkLst>
            <pc:docMk/>
            <pc:sldMk cId="320999739" sldId="2147481968"/>
            <ac:graphicFrameMk id="11" creationId="{5F32FEF1-25C1-C960-D59D-760DDD8B4D81}"/>
          </ac:graphicFrameMkLst>
        </pc:graphicFrameChg>
        <pc:graphicFrameChg chg="mod">
          <ac:chgData name="权泰希 권태희 (Taehee Kwon) COSMAX GUANGZHOU" userId="72ec857a-b8de-469a-9517-ff71228b7f4b" providerId="ADAL" clId="{0D1561C3-1FB5-450D-8508-CDB5EF242731}" dt="2026-04-01T09:04:40.321" v="5173" actId="1038"/>
          <ac:graphicFrameMkLst>
            <pc:docMk/>
            <pc:sldMk cId="320999739" sldId="2147481968"/>
            <ac:graphicFrameMk id="52" creationId="{00000000-0008-0000-0000-000002000000}"/>
          </ac:graphicFrameMkLst>
        </pc:graphicFrameChg>
        <pc:picChg chg="add mod">
          <ac:chgData name="权泰希 권태희 (Taehee Kwon) COSMAX GUANGZHOU" userId="72ec857a-b8de-469a-9517-ff71228b7f4b" providerId="ADAL" clId="{0D1561C3-1FB5-450D-8508-CDB5EF242731}" dt="2026-03-26T09:43:27.875" v="2088" actId="571"/>
          <ac:picMkLst>
            <pc:docMk/>
            <pc:sldMk cId="320999739" sldId="2147481968"/>
            <ac:picMk id="21" creationId="{A7F979B3-531E-3051-5CE0-AEB2AB2AD9D6}"/>
          </ac:picMkLst>
        </pc:picChg>
      </pc:sldChg>
      <pc:sldChg chg="modSp del mod">
        <pc:chgData name="权泰希 권태희 (Taehee Kwon) COSMAX GUANGZHOU" userId="72ec857a-b8de-469a-9517-ff71228b7f4b" providerId="ADAL" clId="{0D1561C3-1FB5-450D-8508-CDB5EF242731}" dt="2026-03-27T06:14:01.010" v="4239" actId="47"/>
        <pc:sldMkLst>
          <pc:docMk/>
          <pc:sldMk cId="563758706" sldId="2147481969"/>
        </pc:sldMkLst>
      </pc:sldChg>
      <pc:sldChg chg="addSp delSp modSp add del mod">
        <pc:chgData name="权泰希 권태희 (Taehee Kwon) COSMAX GUANGZHOU" userId="72ec857a-b8de-469a-9517-ff71228b7f4b" providerId="ADAL" clId="{0D1561C3-1FB5-450D-8508-CDB5EF242731}" dt="2026-03-27T06:13:56.750" v="4238" actId="47"/>
        <pc:sldMkLst>
          <pc:docMk/>
          <pc:sldMk cId="477191622" sldId="2147481970"/>
        </pc:sldMkLst>
      </pc:sldChg>
      <pc:sldChg chg="addSp delSp modSp add mod">
        <pc:chgData name="权泰希 권태희 (Taehee Kwon) COSMAX GUANGZHOU" userId="72ec857a-b8de-469a-9517-ff71228b7f4b" providerId="ADAL" clId="{0D1561C3-1FB5-450D-8508-CDB5EF242731}" dt="2026-03-30T23:40:21.984" v="4838" actId="20577"/>
        <pc:sldMkLst>
          <pc:docMk/>
          <pc:sldMk cId="860116754" sldId="2147481971"/>
        </pc:sldMkLst>
        <pc:spChg chg="mod">
          <ac:chgData name="权泰希 권태희 (Taehee Kwon) COSMAX GUANGZHOU" userId="72ec857a-b8de-469a-9517-ff71228b7f4b" providerId="ADAL" clId="{0D1561C3-1FB5-450D-8508-CDB5EF242731}" dt="2026-03-27T06:03:45.541" v="3933" actId="1076"/>
          <ac:spMkLst>
            <pc:docMk/>
            <pc:sldMk cId="860116754" sldId="2147481971"/>
            <ac:spMk id="5" creationId="{168563D8-9F16-717E-F51E-717E26542268}"/>
          </ac:spMkLst>
        </pc:spChg>
        <pc:spChg chg="add mod">
          <ac:chgData name="权泰希 권태희 (Taehee Kwon) COSMAX GUANGZHOU" userId="72ec857a-b8de-469a-9517-ff71228b7f4b" providerId="ADAL" clId="{0D1561C3-1FB5-450D-8508-CDB5EF242731}" dt="2026-03-26T11:04:06.296" v="3340" actId="1037"/>
          <ac:spMkLst>
            <pc:docMk/>
            <pc:sldMk cId="860116754" sldId="2147481971"/>
            <ac:spMk id="6" creationId="{EDE21E9C-1E84-9CBE-3BC3-C1231B30DDF6}"/>
          </ac:spMkLst>
        </pc:spChg>
        <pc:spChg chg="add mod">
          <ac:chgData name="权泰希 권태희 (Taehee Kwon) COSMAX GUANGZHOU" userId="72ec857a-b8de-469a-9517-ff71228b7f4b" providerId="ADAL" clId="{0D1561C3-1FB5-450D-8508-CDB5EF242731}" dt="2026-03-27T06:06:33.453" v="3952" actId="1037"/>
          <ac:spMkLst>
            <pc:docMk/>
            <pc:sldMk cId="860116754" sldId="2147481971"/>
            <ac:spMk id="7" creationId="{E1F00AD2-E136-B2C8-048B-E55BDB09AC25}"/>
          </ac:spMkLst>
        </pc:spChg>
        <pc:spChg chg="mod">
          <ac:chgData name="权泰希 권태희 (Taehee Kwon) COSMAX GUANGZHOU" userId="72ec857a-b8de-469a-9517-ff71228b7f4b" providerId="ADAL" clId="{0D1561C3-1FB5-450D-8508-CDB5EF242731}" dt="2026-03-27T06:07:05.329" v="4024" actId="1037"/>
          <ac:spMkLst>
            <pc:docMk/>
            <pc:sldMk cId="860116754" sldId="2147481971"/>
            <ac:spMk id="8" creationId="{BFACB913-7211-9F2F-DB9C-FFF9FA172FB2}"/>
          </ac:spMkLst>
        </pc:spChg>
        <pc:spChg chg="add mod">
          <ac:chgData name="权泰希 권태희 (Taehee Kwon) COSMAX GUANGZHOU" userId="72ec857a-b8de-469a-9517-ff71228b7f4b" providerId="ADAL" clId="{0D1561C3-1FB5-450D-8508-CDB5EF242731}" dt="2026-03-26T11:05:08.368" v="3437" actId="20577"/>
          <ac:spMkLst>
            <pc:docMk/>
            <pc:sldMk cId="860116754" sldId="2147481971"/>
            <ac:spMk id="9" creationId="{AA0954DE-F596-EC3B-A8C7-53B4640B2635}"/>
          </ac:spMkLst>
        </pc:spChg>
        <pc:spChg chg="mod">
          <ac:chgData name="权泰希 권태희 (Taehee Kwon) COSMAX GUANGZHOU" userId="72ec857a-b8de-469a-9517-ff71228b7f4b" providerId="ADAL" clId="{0D1561C3-1FB5-450D-8508-CDB5EF242731}" dt="2026-03-27T06:07:05.329" v="4024" actId="1037"/>
          <ac:spMkLst>
            <pc:docMk/>
            <pc:sldMk cId="860116754" sldId="2147481971"/>
            <ac:spMk id="11" creationId="{4B847A9C-9378-FFD6-BC15-B7BF4168D4AE}"/>
          </ac:spMkLst>
        </pc:spChg>
        <pc:spChg chg="add mod">
          <ac:chgData name="权泰希 권태희 (Taehee Kwon) COSMAX GUANGZHOU" userId="72ec857a-b8de-469a-9517-ff71228b7f4b" providerId="ADAL" clId="{0D1561C3-1FB5-450D-8508-CDB5EF242731}" dt="2026-03-26T11:05:56.336" v="3496" actId="20577"/>
          <ac:spMkLst>
            <pc:docMk/>
            <pc:sldMk cId="860116754" sldId="2147481971"/>
            <ac:spMk id="12" creationId="{DE873524-3B8F-AD03-9E58-36F9AC41FBAD}"/>
          </ac:spMkLst>
        </pc:spChg>
        <pc:spChg chg="mod">
          <ac:chgData name="权泰希 권태희 (Taehee Kwon) COSMAX GUANGZHOU" userId="72ec857a-b8de-469a-9517-ff71228b7f4b" providerId="ADAL" clId="{0D1561C3-1FB5-450D-8508-CDB5EF242731}" dt="2026-03-27T06:06:33.453" v="3952" actId="1037"/>
          <ac:spMkLst>
            <pc:docMk/>
            <pc:sldMk cId="860116754" sldId="2147481971"/>
            <ac:spMk id="19" creationId="{9BBE9EEB-A2EC-21DF-77D1-B7CFE68EFD1A}"/>
          </ac:spMkLst>
        </pc:spChg>
        <pc:spChg chg="add mod">
          <ac:chgData name="权泰希 권태희 (Taehee Kwon) COSMAX GUANGZHOU" userId="72ec857a-b8de-469a-9517-ff71228b7f4b" providerId="ADAL" clId="{0D1561C3-1FB5-450D-8508-CDB5EF242731}" dt="2026-03-27T05:56:54.975" v="3619" actId="14100"/>
          <ac:spMkLst>
            <pc:docMk/>
            <pc:sldMk cId="860116754" sldId="2147481971"/>
            <ac:spMk id="24" creationId="{65B9C2CB-9E0E-0C01-9C6D-F6DF33C845EE}"/>
          </ac:spMkLst>
        </pc:spChg>
        <pc:spChg chg="add mod">
          <ac:chgData name="权泰希 권태희 (Taehee Kwon) COSMAX GUANGZHOU" userId="72ec857a-b8de-469a-9517-ff71228b7f4b" providerId="ADAL" clId="{0D1561C3-1FB5-450D-8508-CDB5EF242731}" dt="2026-03-28T04:35:30.920" v="4766" actId="1035"/>
          <ac:spMkLst>
            <pc:docMk/>
            <pc:sldMk cId="860116754" sldId="2147481971"/>
            <ac:spMk id="25" creationId="{94DFEC0C-A39F-0D25-FC5E-752B5717D4AE}"/>
          </ac:spMkLst>
        </pc:spChg>
        <pc:spChg chg="add mod">
          <ac:chgData name="权泰希 권태희 (Taehee Kwon) COSMAX GUANGZHOU" userId="72ec857a-b8de-469a-9517-ff71228b7f4b" providerId="ADAL" clId="{0D1561C3-1FB5-450D-8508-CDB5EF242731}" dt="2026-03-28T04:35:41.996" v="4825" actId="1035"/>
          <ac:spMkLst>
            <pc:docMk/>
            <pc:sldMk cId="860116754" sldId="2147481971"/>
            <ac:spMk id="26" creationId="{42C5920F-85A5-725F-303D-AAE4A3390C0E}"/>
          </ac:spMkLst>
        </pc:spChg>
        <pc:spChg chg="add mod">
          <ac:chgData name="权泰希 권태희 (Taehee Kwon) COSMAX GUANGZHOU" userId="72ec857a-b8de-469a-9517-ff71228b7f4b" providerId="ADAL" clId="{0D1561C3-1FB5-450D-8508-CDB5EF242731}" dt="2026-03-27T06:02:27.555" v="3925" actId="20577"/>
          <ac:spMkLst>
            <pc:docMk/>
            <pc:sldMk cId="860116754" sldId="2147481971"/>
            <ac:spMk id="27" creationId="{97B19BF3-09FF-C95A-4C42-521B0A3FD606}"/>
          </ac:spMkLst>
        </pc:spChg>
        <pc:spChg chg="add mod">
          <ac:chgData name="权泰希 권태희 (Taehee Kwon) COSMAX GUANGZHOU" userId="72ec857a-b8de-469a-9517-ff71228b7f4b" providerId="ADAL" clId="{0D1561C3-1FB5-450D-8508-CDB5EF242731}" dt="2026-03-27T06:06:50.575" v="4000" actId="1038"/>
          <ac:spMkLst>
            <pc:docMk/>
            <pc:sldMk cId="860116754" sldId="2147481971"/>
            <ac:spMk id="34" creationId="{8D439D91-F96F-11C1-D328-66A65453AF8A}"/>
          </ac:spMkLst>
        </pc:spChg>
        <pc:spChg chg="mod">
          <ac:chgData name="权泰希 권태희 (Taehee Kwon) COSMAX GUANGZHOU" userId="72ec857a-b8de-469a-9517-ff71228b7f4b" providerId="ADAL" clId="{0D1561C3-1FB5-450D-8508-CDB5EF242731}" dt="2026-03-27T06:07:54.866" v="4030" actId="14100"/>
          <ac:spMkLst>
            <pc:docMk/>
            <pc:sldMk cId="860116754" sldId="2147481971"/>
            <ac:spMk id="35" creationId="{D16623A1-C049-E3F7-BC4D-EAD1AD0AE690}"/>
          </ac:spMkLst>
        </pc:spChg>
        <pc:spChg chg="add mod">
          <ac:chgData name="权泰希 권태희 (Taehee Kwon) COSMAX GUANGZHOU" userId="72ec857a-b8de-469a-9517-ff71228b7f4b" providerId="ADAL" clId="{0D1561C3-1FB5-450D-8508-CDB5EF242731}" dt="2026-03-27T06:06:50.575" v="4000" actId="1038"/>
          <ac:spMkLst>
            <pc:docMk/>
            <pc:sldMk cId="860116754" sldId="2147481971"/>
            <ac:spMk id="37" creationId="{5D382E3E-CE52-1CCE-9EF5-F9166C2D835A}"/>
          </ac:spMkLst>
        </pc:spChg>
        <pc:spChg chg="mod">
          <ac:chgData name="权泰希 권태희 (Taehee Kwon) COSMAX GUANGZHOU" userId="72ec857a-b8de-469a-9517-ff71228b7f4b" providerId="ADAL" clId="{0D1561C3-1FB5-450D-8508-CDB5EF242731}" dt="2026-03-27T06:07:54.866" v="4030" actId="14100"/>
          <ac:spMkLst>
            <pc:docMk/>
            <pc:sldMk cId="860116754" sldId="2147481971"/>
            <ac:spMk id="38" creationId="{10509DDB-104A-EC86-8CE4-482D5266446E}"/>
          </ac:spMkLst>
        </pc:spChg>
        <pc:spChg chg="add mod">
          <ac:chgData name="权泰希 권태희 (Taehee Kwon) COSMAX GUANGZHOU" userId="72ec857a-b8de-469a-9517-ff71228b7f4b" providerId="ADAL" clId="{0D1561C3-1FB5-450D-8508-CDB5EF242731}" dt="2026-03-27T06:06:50.575" v="4000" actId="1038"/>
          <ac:spMkLst>
            <pc:docMk/>
            <pc:sldMk cId="860116754" sldId="2147481971"/>
            <ac:spMk id="39" creationId="{AD577CD7-12CF-AB36-F093-4E1C1448CD5A}"/>
          </ac:spMkLst>
        </pc:spChg>
        <pc:spChg chg="add mod">
          <ac:chgData name="权泰希 권태희 (Taehee Kwon) COSMAX GUANGZHOU" userId="72ec857a-b8de-469a-9517-ff71228b7f4b" providerId="ADAL" clId="{0D1561C3-1FB5-450D-8508-CDB5EF242731}" dt="2026-03-27T06:07:54.866" v="4030" actId="14100"/>
          <ac:spMkLst>
            <pc:docMk/>
            <pc:sldMk cId="860116754" sldId="2147481971"/>
            <ac:spMk id="40" creationId="{20190FB7-96B9-15B7-26E5-95680E4079DB}"/>
          </ac:spMkLst>
        </pc:spChg>
        <pc:spChg chg="add mod">
          <ac:chgData name="权泰希 권태희 (Taehee Kwon) COSMAX GUANGZHOU" userId="72ec857a-b8de-469a-9517-ff71228b7f4b" providerId="ADAL" clId="{0D1561C3-1FB5-450D-8508-CDB5EF242731}" dt="2026-03-27T06:07:54.866" v="4030" actId="14100"/>
          <ac:spMkLst>
            <pc:docMk/>
            <pc:sldMk cId="860116754" sldId="2147481971"/>
            <ac:spMk id="42" creationId="{1C8BED9D-A33A-C944-A016-DEF0A42F21BF}"/>
          </ac:spMkLst>
        </pc:spChg>
        <pc:spChg chg="add mod">
          <ac:chgData name="权泰希 권태희 (Taehee Kwon) COSMAX GUANGZHOU" userId="72ec857a-b8de-469a-9517-ff71228b7f4b" providerId="ADAL" clId="{0D1561C3-1FB5-450D-8508-CDB5EF242731}" dt="2026-03-27T06:08:23.989" v="4050" actId="1035"/>
          <ac:spMkLst>
            <pc:docMk/>
            <pc:sldMk cId="860116754" sldId="2147481971"/>
            <ac:spMk id="43" creationId="{87E6A607-0E4A-60EA-FFFA-2796DB4E808D}"/>
          </ac:spMkLst>
        </pc:spChg>
        <pc:spChg chg="add mod">
          <ac:chgData name="权泰希 권태희 (Taehee Kwon) COSMAX GUANGZHOU" userId="72ec857a-b8de-469a-9517-ff71228b7f4b" providerId="ADAL" clId="{0D1561C3-1FB5-450D-8508-CDB5EF242731}" dt="2026-03-27T06:08:27.751" v="4051" actId="1076"/>
          <ac:spMkLst>
            <pc:docMk/>
            <pc:sldMk cId="860116754" sldId="2147481971"/>
            <ac:spMk id="44" creationId="{0BAEFE19-934C-4E5C-51CF-8F778D8507AF}"/>
          </ac:spMkLst>
        </pc:spChg>
        <pc:spChg chg="mod">
          <ac:chgData name="权泰希 권태희 (Taehee Kwon) COSMAX GUANGZHOU" userId="72ec857a-b8de-469a-9517-ff71228b7f4b" providerId="ADAL" clId="{0D1561C3-1FB5-450D-8508-CDB5EF242731}" dt="2026-03-27T06:09:50.179" v="4110" actId="1035"/>
          <ac:spMkLst>
            <pc:docMk/>
            <pc:sldMk cId="860116754" sldId="2147481971"/>
            <ac:spMk id="45" creationId="{7A6FD635-BD82-0EB4-98F3-54F1C0C27003}"/>
          </ac:spMkLst>
        </pc:spChg>
        <pc:spChg chg="add mod">
          <ac:chgData name="权泰希 권태희 (Taehee Kwon) COSMAX GUANGZHOU" userId="72ec857a-b8de-469a-9517-ff71228b7f4b" providerId="ADAL" clId="{0D1561C3-1FB5-450D-8508-CDB5EF242731}" dt="2026-03-27T06:09:37.725" v="4085" actId="1035"/>
          <ac:spMkLst>
            <pc:docMk/>
            <pc:sldMk cId="860116754" sldId="2147481971"/>
            <ac:spMk id="46" creationId="{312BA5AD-0B5F-B93F-480D-EC59454192B6}"/>
          </ac:spMkLst>
        </pc:spChg>
        <pc:spChg chg="mod">
          <ac:chgData name="权泰希 권태희 (Taehee Kwon) COSMAX GUANGZHOU" userId="72ec857a-b8de-469a-9517-ff71228b7f4b" providerId="ADAL" clId="{0D1561C3-1FB5-450D-8508-CDB5EF242731}" dt="2026-03-27T06:09:56.275" v="4112" actId="1035"/>
          <ac:spMkLst>
            <pc:docMk/>
            <pc:sldMk cId="860116754" sldId="2147481971"/>
            <ac:spMk id="47" creationId="{E24A1D43-5059-24BA-7215-E17DBB75DBB4}"/>
          </ac:spMkLst>
        </pc:spChg>
        <pc:spChg chg="mod">
          <ac:chgData name="权泰希 권태희 (Taehee Kwon) COSMAX GUANGZHOU" userId="72ec857a-b8de-469a-9517-ff71228b7f4b" providerId="ADAL" clId="{0D1561C3-1FB5-450D-8508-CDB5EF242731}" dt="2026-03-30T23:40:21.984" v="4838" actId="20577"/>
          <ac:spMkLst>
            <pc:docMk/>
            <pc:sldMk cId="860116754" sldId="2147481971"/>
            <ac:spMk id="48" creationId="{C1D836B3-0E43-50D4-40CE-75D7FF3981AF}"/>
          </ac:spMkLst>
        </pc:spChg>
        <pc:spChg chg="add mod">
          <ac:chgData name="权泰希 권태희 (Taehee Kwon) COSMAX GUANGZHOU" userId="72ec857a-b8de-469a-9517-ff71228b7f4b" providerId="ADAL" clId="{0D1561C3-1FB5-450D-8508-CDB5EF242731}" dt="2026-03-27T06:11:35.234" v="4212" actId="1035"/>
          <ac:spMkLst>
            <pc:docMk/>
            <pc:sldMk cId="860116754" sldId="2147481971"/>
            <ac:spMk id="49" creationId="{CDF9E6C9-C579-96C7-6F7E-ACEFE2E76118}"/>
          </ac:spMkLst>
        </pc:spChg>
        <pc:spChg chg="mod">
          <ac:chgData name="权泰希 권태희 (Taehee Kwon) COSMAX GUANGZHOU" userId="72ec857a-b8de-469a-9517-ff71228b7f4b" providerId="ADAL" clId="{0D1561C3-1FB5-450D-8508-CDB5EF242731}" dt="2026-03-27T06:06:33.453" v="3952" actId="1037"/>
          <ac:spMkLst>
            <pc:docMk/>
            <pc:sldMk cId="860116754" sldId="2147481971"/>
            <ac:spMk id="51" creationId="{DA99B279-E2E4-B8FF-B41D-9DF36358F610}"/>
          </ac:spMkLst>
        </pc:spChg>
        <pc:spChg chg="add mod">
          <ac:chgData name="权泰希 권태희 (Taehee Kwon) COSMAX GUANGZHOU" userId="72ec857a-b8de-469a-9517-ff71228b7f4b" providerId="ADAL" clId="{0D1561C3-1FB5-450D-8508-CDB5EF242731}" dt="2026-03-27T06:11:50.287" v="4214" actId="14100"/>
          <ac:spMkLst>
            <pc:docMk/>
            <pc:sldMk cId="860116754" sldId="2147481971"/>
            <ac:spMk id="53" creationId="{1AB2156C-4CF2-32F7-7E7F-ABF286F6C870}"/>
          </ac:spMkLst>
        </pc:spChg>
        <pc:spChg chg="mod">
          <ac:chgData name="权泰希 권태희 (Taehee Kwon) COSMAX GUANGZHOU" userId="72ec857a-b8de-469a-9517-ff71228b7f4b" providerId="ADAL" clId="{0D1561C3-1FB5-450D-8508-CDB5EF242731}" dt="2026-03-27T06:07:05.329" v="4024" actId="1037"/>
          <ac:spMkLst>
            <pc:docMk/>
            <pc:sldMk cId="860116754" sldId="2147481971"/>
            <ac:spMk id="55" creationId="{0558F36B-DD1A-0ADC-D16A-A896045E6ABE}"/>
          </ac:spMkLst>
        </pc:spChg>
        <pc:spChg chg="mod">
          <ac:chgData name="权泰希 권태희 (Taehee Kwon) COSMAX GUANGZHOU" userId="72ec857a-b8de-469a-9517-ff71228b7f4b" providerId="ADAL" clId="{0D1561C3-1FB5-450D-8508-CDB5EF242731}" dt="2026-03-27T06:06:33.453" v="3952" actId="1037"/>
          <ac:spMkLst>
            <pc:docMk/>
            <pc:sldMk cId="860116754" sldId="2147481971"/>
            <ac:spMk id="59" creationId="{B94C8461-6C46-DABB-5F3B-9D99D37A2BF9}"/>
          </ac:spMkLst>
        </pc:spChg>
        <pc:spChg chg="mod">
          <ac:chgData name="权泰希 권태희 (Taehee Kwon) COSMAX GUANGZHOU" userId="72ec857a-b8de-469a-9517-ff71228b7f4b" providerId="ADAL" clId="{0D1561C3-1FB5-450D-8508-CDB5EF242731}" dt="2026-03-27T06:06:33.453" v="3952" actId="1037"/>
          <ac:spMkLst>
            <pc:docMk/>
            <pc:sldMk cId="860116754" sldId="2147481971"/>
            <ac:spMk id="86" creationId="{3A899374-36D0-3749-8A87-A0E75D07B2E8}"/>
          </ac:spMkLst>
        </pc:spChg>
        <pc:spChg chg="mod">
          <ac:chgData name="权泰希 권태희 (Taehee Kwon) COSMAX GUANGZHOU" userId="72ec857a-b8de-469a-9517-ff71228b7f4b" providerId="ADAL" clId="{0D1561C3-1FB5-450D-8508-CDB5EF242731}" dt="2026-03-27T06:06:33.453" v="3952" actId="1037"/>
          <ac:spMkLst>
            <pc:docMk/>
            <pc:sldMk cId="860116754" sldId="2147481971"/>
            <ac:spMk id="87" creationId="{20C3C5D3-42B9-513B-3723-F943EB588911}"/>
          </ac:spMkLst>
        </pc:spChg>
        <pc:spChg chg="mod">
          <ac:chgData name="权泰希 권태희 (Taehee Kwon) COSMAX GUANGZHOU" userId="72ec857a-b8de-469a-9517-ff71228b7f4b" providerId="ADAL" clId="{0D1561C3-1FB5-450D-8508-CDB5EF242731}" dt="2026-03-28T04:35:30.920" v="4766" actId="1035"/>
          <ac:spMkLst>
            <pc:docMk/>
            <pc:sldMk cId="860116754" sldId="2147481971"/>
            <ac:spMk id="89" creationId="{A7412969-6F87-BE3C-9545-C4379BC5E14F}"/>
          </ac:spMkLst>
        </pc:spChg>
        <pc:spChg chg="mod">
          <ac:chgData name="权泰希 권태희 (Taehee Kwon) COSMAX GUANGZHOU" userId="72ec857a-b8de-469a-9517-ff71228b7f4b" providerId="ADAL" clId="{0D1561C3-1FB5-450D-8508-CDB5EF242731}" dt="2026-03-28T04:35:41.996" v="4825" actId="1035"/>
          <ac:spMkLst>
            <pc:docMk/>
            <pc:sldMk cId="860116754" sldId="2147481971"/>
            <ac:spMk id="90" creationId="{DFEEBA9B-3F86-3100-1386-DCE608034CC3}"/>
          </ac:spMkLst>
        </pc:spChg>
        <pc:spChg chg="mod">
          <ac:chgData name="权泰希 권태희 (Taehee Kwon) COSMAX GUANGZHOU" userId="72ec857a-b8de-469a-9517-ff71228b7f4b" providerId="ADAL" clId="{0D1561C3-1FB5-450D-8508-CDB5EF242731}" dt="2026-03-28T04:34:49.628" v="4673" actId="571"/>
          <ac:spMkLst>
            <pc:docMk/>
            <pc:sldMk cId="860116754" sldId="2147481971"/>
            <ac:spMk id="95" creationId="{4FA9F5A3-AB18-4823-92D2-35B07E148017}"/>
          </ac:spMkLst>
        </pc:spChg>
        <pc:spChg chg="mod">
          <ac:chgData name="权泰希 권태희 (Taehee Kwon) COSMAX GUANGZHOU" userId="72ec857a-b8de-469a-9517-ff71228b7f4b" providerId="ADAL" clId="{0D1561C3-1FB5-450D-8508-CDB5EF242731}" dt="2026-03-28T04:34:49.628" v="4673" actId="571"/>
          <ac:spMkLst>
            <pc:docMk/>
            <pc:sldMk cId="860116754" sldId="2147481971"/>
            <ac:spMk id="96" creationId="{55B5F632-6529-5793-8FEE-9DD33CA75833}"/>
          </ac:spMkLst>
        </pc:spChg>
        <pc:spChg chg="mod">
          <ac:chgData name="权泰希 권태희 (Taehee Kwon) COSMAX GUANGZHOU" userId="72ec857a-b8de-469a-9517-ff71228b7f4b" providerId="ADAL" clId="{0D1561C3-1FB5-450D-8508-CDB5EF242731}" dt="2026-03-28T04:34:49.628" v="4673" actId="571"/>
          <ac:spMkLst>
            <pc:docMk/>
            <pc:sldMk cId="860116754" sldId="2147481971"/>
            <ac:spMk id="98" creationId="{94A806F9-6811-AAD5-DA2E-BF9D898DD1CF}"/>
          </ac:spMkLst>
        </pc:spChg>
        <pc:spChg chg="mod">
          <ac:chgData name="权泰希 권태희 (Taehee Kwon) COSMAX GUANGZHOU" userId="72ec857a-b8de-469a-9517-ff71228b7f4b" providerId="ADAL" clId="{0D1561C3-1FB5-450D-8508-CDB5EF242731}" dt="2026-03-28T04:34:49.628" v="4673" actId="571"/>
          <ac:spMkLst>
            <pc:docMk/>
            <pc:sldMk cId="860116754" sldId="2147481971"/>
            <ac:spMk id="99" creationId="{6EAA6A7A-1EB7-5907-9BE9-0292B792755F}"/>
          </ac:spMkLst>
        </pc:spChg>
        <pc:spChg chg="mod">
          <ac:chgData name="权泰希 권태희 (Taehee Kwon) COSMAX GUANGZHOU" userId="72ec857a-b8de-469a-9517-ff71228b7f4b" providerId="ADAL" clId="{0D1561C3-1FB5-450D-8508-CDB5EF242731}" dt="2026-03-27T06:02:42.623" v="3926" actId="164"/>
          <ac:spMkLst>
            <pc:docMk/>
            <pc:sldMk cId="860116754" sldId="2147481971"/>
            <ac:spMk id="134" creationId="{04782D25-71DE-C189-58CA-69344D5DF8AF}"/>
          </ac:spMkLst>
        </pc:spChg>
        <pc:spChg chg="mod">
          <ac:chgData name="权泰希 권태희 (Taehee Kwon) COSMAX GUANGZHOU" userId="72ec857a-b8de-469a-9517-ff71228b7f4b" providerId="ADAL" clId="{0D1561C3-1FB5-450D-8508-CDB5EF242731}" dt="2026-03-27T06:02:49.821" v="3927" actId="164"/>
          <ac:spMkLst>
            <pc:docMk/>
            <pc:sldMk cId="860116754" sldId="2147481971"/>
            <ac:spMk id="135" creationId="{0371A591-7D2A-5718-04BE-22A490344FFA}"/>
          </ac:spMkLst>
        </pc:spChg>
        <pc:spChg chg="mod">
          <ac:chgData name="权泰希 권태희 (Taehee Kwon) COSMAX GUANGZHOU" userId="72ec857a-b8de-469a-9517-ff71228b7f4b" providerId="ADAL" clId="{0D1561C3-1FB5-450D-8508-CDB5EF242731}" dt="2026-03-27T06:02:56.707" v="3928" actId="164"/>
          <ac:spMkLst>
            <pc:docMk/>
            <pc:sldMk cId="860116754" sldId="2147481971"/>
            <ac:spMk id="136" creationId="{02EA0F5C-B6C5-02E8-C6A3-7E40199BE562}"/>
          </ac:spMkLst>
        </pc:spChg>
        <pc:spChg chg="mod">
          <ac:chgData name="权泰希 권태희 (Taehee Kwon) COSMAX GUANGZHOU" userId="72ec857a-b8de-469a-9517-ff71228b7f4b" providerId="ADAL" clId="{0D1561C3-1FB5-450D-8508-CDB5EF242731}" dt="2026-03-27T06:02:49.821" v="3927" actId="164"/>
          <ac:spMkLst>
            <pc:docMk/>
            <pc:sldMk cId="860116754" sldId="2147481971"/>
            <ac:spMk id="137" creationId="{944EC6DA-BA8B-D1AA-A65C-4B7FFC3EEAA2}"/>
          </ac:spMkLst>
        </pc:spChg>
        <pc:spChg chg="mod">
          <ac:chgData name="权泰希 권태희 (Taehee Kwon) COSMAX GUANGZHOU" userId="72ec857a-b8de-469a-9517-ff71228b7f4b" providerId="ADAL" clId="{0D1561C3-1FB5-450D-8508-CDB5EF242731}" dt="2026-03-27T06:03:03.767" v="3929" actId="164"/>
          <ac:spMkLst>
            <pc:docMk/>
            <pc:sldMk cId="860116754" sldId="2147481971"/>
            <ac:spMk id="138" creationId="{B06333B0-47C9-8DFD-C284-3F41FD20F79F}"/>
          </ac:spMkLst>
        </pc:spChg>
        <pc:spChg chg="mod">
          <ac:chgData name="权泰希 권태희 (Taehee Kwon) COSMAX GUANGZHOU" userId="72ec857a-b8de-469a-9517-ff71228b7f4b" providerId="ADAL" clId="{0D1561C3-1FB5-450D-8508-CDB5EF242731}" dt="2026-03-27T06:13:30.506" v="4231" actId="1037"/>
          <ac:spMkLst>
            <pc:docMk/>
            <pc:sldMk cId="860116754" sldId="2147481971"/>
            <ac:spMk id="139" creationId="{04549266-49A1-C9A1-B048-F02BBD0B4AEE}"/>
          </ac:spMkLst>
        </pc:spChg>
        <pc:spChg chg="mod">
          <ac:chgData name="权泰希 권태희 (Taehee Kwon) COSMAX GUANGZHOU" userId="72ec857a-b8de-469a-9517-ff71228b7f4b" providerId="ADAL" clId="{0D1561C3-1FB5-450D-8508-CDB5EF242731}" dt="2026-03-27T06:02:56.707" v="3928" actId="164"/>
          <ac:spMkLst>
            <pc:docMk/>
            <pc:sldMk cId="860116754" sldId="2147481971"/>
            <ac:spMk id="140" creationId="{2C8868D9-A558-ACD8-B0C7-50B06449A713}"/>
          </ac:spMkLst>
        </pc:spChg>
        <pc:spChg chg="mod">
          <ac:chgData name="权泰希 권태희 (Taehee Kwon) COSMAX GUANGZHOU" userId="72ec857a-b8de-469a-9517-ff71228b7f4b" providerId="ADAL" clId="{0D1561C3-1FB5-450D-8508-CDB5EF242731}" dt="2026-03-27T06:02:42.623" v="3926" actId="164"/>
          <ac:spMkLst>
            <pc:docMk/>
            <pc:sldMk cId="860116754" sldId="2147481971"/>
            <ac:spMk id="145" creationId="{5BB5639A-68EB-66B5-9C67-EFE0D1472A7F}"/>
          </ac:spMkLst>
        </pc:spChg>
        <pc:spChg chg="mod">
          <ac:chgData name="权泰希 권태희 (Taehee Kwon) COSMAX GUANGZHOU" userId="72ec857a-b8de-469a-9517-ff71228b7f4b" providerId="ADAL" clId="{0D1561C3-1FB5-450D-8508-CDB5EF242731}" dt="2026-03-27T06:07:05.329" v="4024" actId="1037"/>
          <ac:spMkLst>
            <pc:docMk/>
            <pc:sldMk cId="860116754" sldId="2147481971"/>
            <ac:spMk id="148" creationId="{97DB3C2F-C61F-5B6E-2CDE-B5D35B28B1B6}"/>
          </ac:spMkLst>
        </pc:spChg>
        <pc:spChg chg="mod">
          <ac:chgData name="权泰希 권태희 (Taehee Kwon) COSMAX GUANGZHOU" userId="72ec857a-b8de-469a-9517-ff71228b7f4b" providerId="ADAL" clId="{0D1561C3-1FB5-450D-8508-CDB5EF242731}" dt="2026-03-27T06:04:44.360" v="3947" actId="1038"/>
          <ac:spMkLst>
            <pc:docMk/>
            <pc:sldMk cId="860116754" sldId="2147481971"/>
            <ac:spMk id="149" creationId="{56D562F4-226F-E3CD-BA96-FCAF62878188}"/>
          </ac:spMkLst>
        </pc:spChg>
        <pc:spChg chg="mod">
          <ac:chgData name="权泰希 권태희 (Taehee Kwon) COSMAX GUANGZHOU" userId="72ec857a-b8de-469a-9517-ff71228b7f4b" providerId="ADAL" clId="{0D1561C3-1FB5-450D-8508-CDB5EF242731}" dt="2026-03-27T06:13:35.936" v="4233" actId="1037"/>
          <ac:spMkLst>
            <pc:docMk/>
            <pc:sldMk cId="860116754" sldId="2147481971"/>
            <ac:spMk id="150" creationId="{FEEBDD97-1D8B-3D6F-6948-A3C648931286}"/>
          </ac:spMkLst>
        </pc:spChg>
        <pc:spChg chg="mod">
          <ac:chgData name="权泰希 권태희 (Taehee Kwon) COSMAX GUANGZHOU" userId="72ec857a-b8de-469a-9517-ff71228b7f4b" providerId="ADAL" clId="{0D1561C3-1FB5-450D-8508-CDB5EF242731}" dt="2026-03-27T06:13:25.917" v="4228" actId="1037"/>
          <ac:spMkLst>
            <pc:docMk/>
            <pc:sldMk cId="860116754" sldId="2147481971"/>
            <ac:spMk id="151" creationId="{497715ED-FBAF-8C4B-FF3C-128231972F7F}"/>
          </ac:spMkLst>
        </pc:spChg>
        <pc:grpChg chg="add mod">
          <ac:chgData name="权泰希 권태희 (Taehee Kwon) COSMAX GUANGZHOU" userId="72ec857a-b8de-469a-9517-ff71228b7f4b" providerId="ADAL" clId="{0D1561C3-1FB5-450D-8508-CDB5EF242731}" dt="2026-03-27T06:03:50.384" v="3939" actId="1037"/>
          <ac:grpSpMkLst>
            <pc:docMk/>
            <pc:sldMk cId="860116754" sldId="2147481971"/>
            <ac:grpSpMk id="28" creationId="{D9FEFD75-81A9-F5DE-F744-123FEF372FEF}"/>
          </ac:grpSpMkLst>
        </pc:grpChg>
        <pc:grpChg chg="add mod">
          <ac:chgData name="权泰希 권태희 (Taehee Kwon) COSMAX GUANGZHOU" userId="72ec857a-b8de-469a-9517-ff71228b7f4b" providerId="ADAL" clId="{0D1561C3-1FB5-450D-8508-CDB5EF242731}" dt="2026-03-27T06:04:15.299" v="3944" actId="1035"/>
          <ac:grpSpMkLst>
            <pc:docMk/>
            <pc:sldMk cId="860116754" sldId="2147481971"/>
            <ac:grpSpMk id="30" creationId="{27631B9E-471A-5F91-0DB0-437C3DA46BE1}"/>
          </ac:grpSpMkLst>
        </pc:grpChg>
        <pc:grpChg chg="add mod">
          <ac:chgData name="权泰希 권태희 (Taehee Kwon) COSMAX GUANGZHOU" userId="72ec857a-b8de-469a-9517-ff71228b7f4b" providerId="ADAL" clId="{0D1561C3-1FB5-450D-8508-CDB5EF242731}" dt="2026-03-27T06:04:25.361" v="3945" actId="1076"/>
          <ac:grpSpMkLst>
            <pc:docMk/>
            <pc:sldMk cId="860116754" sldId="2147481971"/>
            <ac:grpSpMk id="32" creationId="{440164E7-F0B3-EAD4-D277-DE8AC3F6EB39}"/>
          </ac:grpSpMkLst>
        </pc:grpChg>
        <pc:grpChg chg="add mod">
          <ac:chgData name="权泰希 권태희 (Taehee Kwon) COSMAX GUANGZHOU" userId="72ec857a-b8de-469a-9517-ff71228b7f4b" providerId="ADAL" clId="{0D1561C3-1FB5-450D-8508-CDB5EF242731}" dt="2026-03-27T06:13:43.322" v="4235" actId="1037"/>
          <ac:grpSpMkLst>
            <pc:docMk/>
            <pc:sldMk cId="860116754" sldId="2147481971"/>
            <ac:grpSpMk id="33" creationId="{97DAFB28-A48E-B43D-E0AC-CBEBA3B6AFF5}"/>
          </ac:grpSpMkLst>
        </pc:grpChg>
        <pc:grpChg chg="add mod">
          <ac:chgData name="权泰希 권태희 (Taehee Kwon) COSMAX GUANGZHOU" userId="72ec857a-b8de-469a-9517-ff71228b7f4b" providerId="ADAL" clId="{0D1561C3-1FB5-450D-8508-CDB5EF242731}" dt="2026-03-28T04:35:12.865" v="4708" actId="1036"/>
          <ac:grpSpMkLst>
            <pc:docMk/>
            <pc:sldMk cId="860116754" sldId="2147481971"/>
            <ac:grpSpMk id="94" creationId="{7043A8DE-2FF3-3550-270D-DE02B1312481}"/>
          </ac:grpSpMkLst>
        </pc:grpChg>
        <pc:grpChg chg="add mod">
          <ac:chgData name="权泰希 권태희 (Taehee Kwon) COSMAX GUANGZHOU" userId="72ec857a-b8de-469a-9517-ff71228b7f4b" providerId="ADAL" clId="{0D1561C3-1FB5-450D-8508-CDB5EF242731}" dt="2026-03-28T04:35:12.865" v="4708" actId="1036"/>
          <ac:grpSpMkLst>
            <pc:docMk/>
            <pc:sldMk cId="860116754" sldId="2147481971"/>
            <ac:grpSpMk id="97" creationId="{92FE3A6C-85BF-8032-E1BF-8817FE5DB078}"/>
          </ac:grpSpMkLst>
        </pc:grpChg>
        <pc:cxnChg chg="add mod">
          <ac:chgData name="权泰希 권태희 (Taehee Kwon) COSMAX GUANGZHOU" userId="72ec857a-b8de-469a-9517-ff71228b7f4b" providerId="ADAL" clId="{0D1561C3-1FB5-450D-8508-CDB5EF242731}" dt="2026-03-27T06:13:09.862" v="4224" actId="14100"/>
          <ac:cxnSpMkLst>
            <pc:docMk/>
            <pc:sldMk cId="860116754" sldId="2147481971"/>
            <ac:cxnSpMk id="13" creationId="{0183CCE8-BCEB-28E5-F877-CE973BB342E7}"/>
          </ac:cxnSpMkLst>
        </pc:cxnChg>
        <pc:cxnChg chg="add mod">
          <ac:chgData name="权泰希 권태희 (Taehee Kwon) COSMAX GUANGZHOU" userId="72ec857a-b8de-469a-9517-ff71228b7f4b" providerId="ADAL" clId="{0D1561C3-1FB5-450D-8508-CDB5EF242731}" dt="2026-03-27T06:13:09.862" v="4224" actId="14100"/>
          <ac:cxnSpMkLst>
            <pc:docMk/>
            <pc:sldMk cId="860116754" sldId="2147481971"/>
            <ac:cxnSpMk id="14" creationId="{AAADAFAC-D865-C9B2-8711-BBECE136229D}"/>
          </ac:cxnSpMkLst>
        </pc:cxnChg>
        <pc:cxnChg chg="add mod">
          <ac:chgData name="权泰希 권태희 (Taehee Kwon) COSMAX GUANGZHOU" userId="72ec857a-b8de-469a-9517-ff71228b7f4b" providerId="ADAL" clId="{0D1561C3-1FB5-450D-8508-CDB5EF242731}" dt="2026-03-27T06:13:09.862" v="4224" actId="14100"/>
          <ac:cxnSpMkLst>
            <pc:docMk/>
            <pc:sldMk cId="860116754" sldId="2147481971"/>
            <ac:cxnSpMk id="15" creationId="{B12FFB70-0E21-5AF2-3A66-6E4CEE70A942}"/>
          </ac:cxnSpMkLst>
        </pc:cxnChg>
        <pc:cxnChg chg="add mod">
          <ac:chgData name="权泰希 권태희 (Taehee Kwon) COSMAX GUANGZHOU" userId="72ec857a-b8de-469a-9517-ff71228b7f4b" providerId="ADAL" clId="{0D1561C3-1FB5-450D-8508-CDB5EF242731}" dt="2026-03-27T06:13:09.862" v="4224" actId="14100"/>
          <ac:cxnSpMkLst>
            <pc:docMk/>
            <pc:sldMk cId="860116754" sldId="2147481971"/>
            <ac:cxnSpMk id="16" creationId="{DDECC244-3798-5496-B473-D6A9B832B060}"/>
          </ac:cxnSpMkLst>
        </pc:cxnChg>
        <pc:cxnChg chg="add mod">
          <ac:chgData name="权泰希 권태희 (Taehee Kwon) COSMAX GUANGZHOU" userId="72ec857a-b8de-469a-9517-ff71228b7f4b" providerId="ADAL" clId="{0D1561C3-1FB5-450D-8508-CDB5EF242731}" dt="2026-03-27T06:13:09.862" v="4224" actId="14100"/>
          <ac:cxnSpMkLst>
            <pc:docMk/>
            <pc:sldMk cId="860116754" sldId="2147481971"/>
            <ac:cxnSpMk id="18" creationId="{62E99166-D0B0-08CD-58B6-B042363D8F6A}"/>
          </ac:cxnSpMkLst>
        </pc:cxnChg>
        <pc:cxnChg chg="add mod">
          <ac:chgData name="权泰希 권태희 (Taehee Kwon) COSMAX GUANGZHOU" userId="72ec857a-b8de-469a-9517-ff71228b7f4b" providerId="ADAL" clId="{0D1561C3-1FB5-450D-8508-CDB5EF242731}" dt="2026-03-27T06:13:09.862" v="4224" actId="14100"/>
          <ac:cxnSpMkLst>
            <pc:docMk/>
            <pc:sldMk cId="860116754" sldId="2147481971"/>
            <ac:cxnSpMk id="20" creationId="{4656A9D9-9D7C-F288-D5E7-69608B3C103B}"/>
          </ac:cxnSpMkLst>
        </pc:cxnChg>
        <pc:cxnChg chg="add mod">
          <ac:chgData name="权泰希 권태희 (Taehee Kwon) COSMAX GUANGZHOU" userId="72ec857a-b8de-469a-9517-ff71228b7f4b" providerId="ADAL" clId="{0D1561C3-1FB5-450D-8508-CDB5EF242731}" dt="2026-03-27T06:13:09.862" v="4224" actId="14100"/>
          <ac:cxnSpMkLst>
            <pc:docMk/>
            <pc:sldMk cId="860116754" sldId="2147481971"/>
            <ac:cxnSpMk id="21" creationId="{24FF6FBB-88CB-69F3-1A8E-269D6B925846}"/>
          </ac:cxnSpMkLst>
        </pc:cxnChg>
        <pc:cxnChg chg="add mod">
          <ac:chgData name="权泰希 권태희 (Taehee Kwon) COSMAX GUANGZHOU" userId="72ec857a-b8de-469a-9517-ff71228b7f4b" providerId="ADAL" clId="{0D1561C3-1FB5-450D-8508-CDB5EF242731}" dt="2026-03-27T06:13:09.862" v="4224" actId="14100"/>
          <ac:cxnSpMkLst>
            <pc:docMk/>
            <pc:sldMk cId="860116754" sldId="2147481971"/>
            <ac:cxnSpMk id="22" creationId="{33A3D547-D156-2498-0209-23C379451994}"/>
          </ac:cxnSpMkLst>
        </pc:cxnChg>
      </pc:sldChg>
    </pc:docChg>
  </pc:docChgLst>
  <pc:docChgLst>
    <pc:chgData name="최수정 (Sujung Choi) COSMAX" userId="9b0b671f-126b-44cc-9a37-b05cff05b995" providerId="ADAL" clId="{25565EF8-4121-4EB9-A627-3D01B8F953CF}"/>
    <pc:docChg chg="modSld">
      <pc:chgData name="최수정 (Sujung Choi) COSMAX" userId="9b0b671f-126b-44cc-9a37-b05cff05b995" providerId="ADAL" clId="{25565EF8-4121-4EB9-A627-3D01B8F953CF}" dt="2026-04-03T04:30:10.128" v="4" actId="27918"/>
      <pc:docMkLst>
        <pc:docMk/>
      </pc:docMkLst>
      <pc:sldChg chg="modSp">
        <pc:chgData name="최수정 (Sujung Choi) COSMAX" userId="9b0b671f-126b-44cc-9a37-b05cff05b995" providerId="ADAL" clId="{25565EF8-4121-4EB9-A627-3D01B8F953CF}" dt="2026-04-03T00:04:11.395" v="0"/>
        <pc:sldMkLst>
          <pc:docMk/>
          <pc:sldMk cId="814117185" sldId="2147481967"/>
        </pc:sldMkLst>
        <pc:graphicFrameChg chg="mod">
          <ac:chgData name="최수정 (Sujung Choi) COSMAX" userId="9b0b671f-126b-44cc-9a37-b05cff05b995" providerId="ADAL" clId="{25565EF8-4121-4EB9-A627-3D01B8F953CF}" dt="2026-04-03T00:04:11.395" v="0"/>
          <ac:graphicFrameMkLst>
            <pc:docMk/>
            <pc:sldMk cId="814117185" sldId="2147481967"/>
            <ac:graphicFrameMk id="12" creationId="{CB67DED4-19B4-FF19-9D31-87A9374CFDB6}"/>
          </ac:graphicFrameMkLst>
        </pc:graphicFrameChg>
      </pc:sldChg>
      <pc:sldChg chg="modSp mod">
        <pc:chgData name="최수정 (Sujung Choi) COSMAX" userId="9b0b671f-126b-44cc-9a37-b05cff05b995" providerId="ADAL" clId="{25565EF8-4121-4EB9-A627-3D01B8F953CF}" dt="2026-04-03T04:30:10.128" v="4" actId="27918"/>
        <pc:sldMkLst>
          <pc:docMk/>
          <pc:sldMk cId="320999739" sldId="2147481968"/>
        </pc:sldMkLst>
        <pc:graphicFrameChg chg="mod">
          <ac:chgData name="최수정 (Sujung Choi) COSMAX" userId="9b0b671f-126b-44cc-9a37-b05cff05b995" providerId="ADAL" clId="{25565EF8-4121-4EB9-A627-3D01B8F953CF}" dt="2026-04-03T04:30:00.484" v="2"/>
          <ac:graphicFrameMkLst>
            <pc:docMk/>
            <pc:sldMk cId="320999739" sldId="2147481968"/>
            <ac:graphicFrameMk id="52" creationId="{00000000-0008-0000-0000-000002000000}"/>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https://cosmaxdt-my.sharepoint.com/personal/thkwon_cosmax_com/Documents/&#44428;&#53468;&#55148;(&#44305;&#51200;&#50864;&#48277;&#51064;)/&#51648;&#49884;&#50629;&#47924;/&#45824;&#54364;&#45784;%20&#51452;&#44036;&#48372;&#44256;/donut_chart_template_20260306.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25년매출</c:v>
                </c:pt>
              </c:strCache>
            </c:strRef>
          </c:tx>
          <c:spPr>
            <a:solidFill>
              <a:srgbClr val="D0D8E8"/>
            </a:solidFill>
            <a:ln>
              <a:noFill/>
            </a:ln>
            <a:effectLst/>
          </c:spPr>
          <c:invertIfNegative val="0"/>
          <c:cat>
            <c:strRef>
              <c:f>Sheet1!$A$2:$A$4</c:f>
              <c:strCache>
                <c:ptCount val="3"/>
                <c:pt idx="0">
                  <c:v>TOTAL</c:v>
                </c:pt>
                <c:pt idx="1">
                  <c:v>GZ</c:v>
                </c:pt>
                <c:pt idx="2">
                  <c:v>YSGB</c:v>
                </c:pt>
              </c:strCache>
            </c:strRef>
          </c:cat>
          <c:val>
            <c:numRef>
              <c:f>Sheet1!$B$2:$B$4</c:f>
              <c:numCache>
                <c:formatCode>General</c:formatCode>
                <c:ptCount val="3"/>
                <c:pt idx="0">
                  <c:v>253</c:v>
                </c:pt>
                <c:pt idx="1">
                  <c:v>180</c:v>
                </c:pt>
                <c:pt idx="2">
                  <c:v>74</c:v>
                </c:pt>
              </c:numCache>
            </c:numRef>
          </c:val>
          <c:extLst>
            <c:ext xmlns:c16="http://schemas.microsoft.com/office/drawing/2014/chart" uri="{C3380CC4-5D6E-409C-BE32-E72D297353CC}">
              <c16:uniqueId val="{00000000-1A20-4A22-9AD8-2D092AD19660}"/>
            </c:ext>
          </c:extLst>
        </c:ser>
        <c:ser>
          <c:idx val="1"/>
          <c:order val="1"/>
          <c:tx>
            <c:strRef>
              <c:f>Sheet1!$C$1</c:f>
              <c:strCache>
                <c:ptCount val="1"/>
                <c:pt idx="0">
                  <c:v>사업계획</c:v>
                </c:pt>
              </c:strCache>
            </c:strRef>
          </c:tx>
          <c:spPr>
            <a:solidFill>
              <a:srgbClr val="203864"/>
            </a:solidFill>
            <a:ln>
              <a:noFill/>
            </a:ln>
            <a:effectLst/>
          </c:spPr>
          <c:invertIfNegative val="0"/>
          <c:cat>
            <c:strRef>
              <c:f>Sheet1!$A$2:$A$4</c:f>
              <c:strCache>
                <c:ptCount val="3"/>
                <c:pt idx="0">
                  <c:v>TOTAL</c:v>
                </c:pt>
                <c:pt idx="1">
                  <c:v>GZ</c:v>
                </c:pt>
                <c:pt idx="2">
                  <c:v>YSGB</c:v>
                </c:pt>
              </c:strCache>
            </c:strRef>
          </c:cat>
          <c:val>
            <c:numRef>
              <c:f>Sheet1!$C$2:$C$4</c:f>
              <c:numCache>
                <c:formatCode>General</c:formatCode>
                <c:ptCount val="3"/>
                <c:pt idx="0">
                  <c:v>292</c:v>
                </c:pt>
                <c:pt idx="1">
                  <c:v>208</c:v>
                </c:pt>
                <c:pt idx="2">
                  <c:v>84</c:v>
                </c:pt>
              </c:numCache>
            </c:numRef>
          </c:val>
          <c:extLst>
            <c:ext xmlns:c16="http://schemas.microsoft.com/office/drawing/2014/chart" uri="{C3380CC4-5D6E-409C-BE32-E72D297353CC}">
              <c16:uniqueId val="{00000001-1A20-4A22-9AD8-2D092AD19660}"/>
            </c:ext>
          </c:extLst>
        </c:ser>
        <c:ser>
          <c:idx val="2"/>
          <c:order val="2"/>
          <c:tx>
            <c:strRef>
              <c:f>Sheet1!$D$1</c:f>
              <c:strCache>
                <c:ptCount val="1"/>
                <c:pt idx="0">
                  <c:v>예상매출</c:v>
                </c:pt>
              </c:strCache>
            </c:strRef>
          </c:tx>
          <c:spPr>
            <a:solidFill>
              <a:schemeClr val="accent3"/>
            </a:solidFill>
            <a:ln>
              <a:noFill/>
            </a:ln>
            <a:effectLst/>
          </c:spPr>
          <c:invertIfNegative val="0"/>
          <c:cat>
            <c:strRef>
              <c:f>Sheet1!$A$2:$A$4</c:f>
              <c:strCache>
                <c:ptCount val="3"/>
                <c:pt idx="0">
                  <c:v>TOTAL</c:v>
                </c:pt>
                <c:pt idx="1">
                  <c:v>GZ</c:v>
                </c:pt>
                <c:pt idx="2">
                  <c:v>YSGB</c:v>
                </c:pt>
              </c:strCache>
            </c:strRef>
          </c:cat>
          <c:val>
            <c:numRef>
              <c:f>Sheet1!$D$2:$D$4</c:f>
              <c:numCache>
                <c:formatCode>General</c:formatCode>
                <c:ptCount val="3"/>
                <c:pt idx="0">
                  <c:v>292</c:v>
                </c:pt>
                <c:pt idx="1">
                  <c:v>198</c:v>
                </c:pt>
                <c:pt idx="2">
                  <c:v>73</c:v>
                </c:pt>
              </c:numCache>
            </c:numRef>
          </c:val>
          <c:extLst>
            <c:ext xmlns:c16="http://schemas.microsoft.com/office/drawing/2014/chart" uri="{C3380CC4-5D6E-409C-BE32-E72D297353CC}">
              <c16:uniqueId val="{00000003-1A20-4A22-9AD8-2D092AD19660}"/>
            </c:ext>
          </c:extLst>
        </c:ser>
        <c:dLbls>
          <c:showLegendKey val="0"/>
          <c:showVal val="0"/>
          <c:showCatName val="0"/>
          <c:showSerName val="0"/>
          <c:showPercent val="0"/>
          <c:showBubbleSize val="0"/>
        </c:dLbls>
        <c:gapWidth val="219"/>
        <c:overlap val="-27"/>
        <c:axId val="817786880"/>
        <c:axId val="817786400"/>
      </c:barChart>
      <c:catAx>
        <c:axId val="817786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ko-KR"/>
          </a:p>
        </c:txPr>
        <c:crossAx val="817786400"/>
        <c:crosses val="autoZero"/>
        <c:auto val="1"/>
        <c:lblAlgn val="ctr"/>
        <c:lblOffset val="100"/>
        <c:noMultiLvlLbl val="0"/>
      </c:catAx>
      <c:valAx>
        <c:axId val="8177864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ko-KR"/>
          </a:p>
        </c:txPr>
        <c:crossAx val="8177868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나눔스퀘어 네오 Light" panose="00000400000000000000" pitchFamily="2" charset="-127"/>
              <a:ea typeface="나눔스퀘어 네오 Light" panose="00000400000000000000" pitchFamily="2" charset="-127"/>
              <a:cs typeface="+mn-cs"/>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Dashboard!$B$1</c:f>
              <c:strCache>
                <c:ptCount val="1"/>
              </c:strCache>
            </c:strRef>
          </c:tx>
          <c:spPr>
            <a:ln w="25400">
              <a:solidFill>
                <a:schemeClr val="bg1"/>
              </a:solidFill>
              <a:prstDash val="solid"/>
            </a:ln>
          </c:spPr>
          <c:dPt>
            <c:idx val="0"/>
            <c:bubble3D val="0"/>
            <c:spPr>
              <a:solidFill>
                <a:srgbClr val="BE0201"/>
              </a:solidFill>
              <a:ln w="25400">
                <a:solidFill>
                  <a:schemeClr val="bg1"/>
                </a:solidFill>
                <a:prstDash val="solid"/>
              </a:ln>
            </c:spPr>
            <c:extLst>
              <c:ext xmlns:c16="http://schemas.microsoft.com/office/drawing/2014/chart" uri="{C3380CC4-5D6E-409C-BE32-E72D297353CC}">
                <c16:uniqueId val="{00000001-4FF7-4418-ACCD-8695B660B9B8}"/>
              </c:ext>
            </c:extLst>
          </c:dPt>
          <c:dPt>
            <c:idx val="1"/>
            <c:bubble3D val="0"/>
            <c:spPr>
              <a:solidFill>
                <a:srgbClr val="D1D6E7"/>
              </a:solidFill>
              <a:ln w="25400">
                <a:solidFill>
                  <a:schemeClr val="bg1"/>
                </a:solidFill>
                <a:prstDash val="solid"/>
              </a:ln>
            </c:spPr>
            <c:extLst>
              <c:ext xmlns:c16="http://schemas.microsoft.com/office/drawing/2014/chart" uri="{C3380CC4-5D6E-409C-BE32-E72D297353CC}">
                <c16:uniqueId val="{00000003-4FF7-4418-ACCD-8695B660B9B8}"/>
              </c:ext>
            </c:extLst>
          </c:dPt>
          <c:dPt>
            <c:idx val="2"/>
            <c:bubble3D val="0"/>
            <c:spPr>
              <a:solidFill>
                <a:srgbClr val="555555"/>
              </a:solidFill>
              <a:ln w="25400">
                <a:solidFill>
                  <a:schemeClr val="bg1"/>
                </a:solidFill>
                <a:prstDash val="solid"/>
              </a:ln>
            </c:spPr>
            <c:extLst>
              <c:ext xmlns:c16="http://schemas.microsoft.com/office/drawing/2014/chart" uri="{C3380CC4-5D6E-409C-BE32-E72D297353CC}">
                <c16:uniqueId val="{00000005-4FF7-4418-ACCD-8695B660B9B8}"/>
              </c:ext>
            </c:extLst>
          </c:dPt>
          <c:dPt>
            <c:idx val="3"/>
            <c:bubble3D val="0"/>
            <c:spPr>
              <a:solidFill>
                <a:srgbClr val="223862"/>
              </a:solidFill>
              <a:ln w="25400">
                <a:solidFill>
                  <a:schemeClr val="bg1"/>
                </a:solidFill>
                <a:prstDash val="solid"/>
              </a:ln>
            </c:spPr>
            <c:extLst>
              <c:ext xmlns:c16="http://schemas.microsoft.com/office/drawing/2014/chart" uri="{C3380CC4-5D6E-409C-BE32-E72D297353CC}">
                <c16:uniqueId val="{00000007-4FF7-4418-ACCD-8695B660B9B8}"/>
              </c:ext>
            </c:extLst>
          </c:dPt>
          <c:dLbls>
            <c:dLbl>
              <c:idx val="0"/>
              <c:layout>
                <c:manualLayout>
                  <c:x val="-3.0689266610866919E-3"/>
                  <c:y val="-2.6576690416625125E-3"/>
                </c:manualLayout>
              </c:layout>
              <c:tx>
                <c:rich>
                  <a:bodyPr/>
                  <a:lstStyle/>
                  <a:p>
                    <a:fld id="{BE197328-D363-4092-B83C-00F4E1F6B7A7}" type="PERCENTAGE">
                      <a:rPr lang="en-US" altLang="ko-KR" baseline="0"/>
                      <a:pPr/>
                      <a:t>[백분율]</a:t>
                    </a:fld>
                    <a:endParaRPr lang="ko-KR" altLang="en-US"/>
                  </a:p>
                </c:rich>
              </c:tx>
              <c:showLegendKey val="0"/>
              <c:showVal val="0"/>
              <c:showCatName val="0"/>
              <c:showSerName val="0"/>
              <c:showPercent val="1"/>
              <c:showBubbleSize val="1"/>
              <c:extLst>
                <c:ext xmlns:c15="http://schemas.microsoft.com/office/drawing/2012/chart" uri="{CE6537A1-D6FC-4f65-9D91-7224C49458BB}">
                  <c15:dlblFieldTable/>
                  <c15:showDataLabelsRange val="0"/>
                </c:ext>
                <c:ext xmlns:c16="http://schemas.microsoft.com/office/drawing/2014/chart" uri="{C3380CC4-5D6E-409C-BE32-E72D297353CC}">
                  <c16:uniqueId val="{00000001-4FF7-4418-ACCD-8695B660B9B8}"/>
                </c:ext>
              </c:extLst>
            </c:dLbl>
            <c:dLbl>
              <c:idx val="1"/>
              <c:layout>
                <c:manualLayout>
                  <c:x val="2.0458545000102985E-3"/>
                  <c:y val="-1.1457973470840483E-2"/>
                </c:manualLayout>
              </c:layout>
              <c:tx>
                <c:rich>
                  <a:bodyPr wrap="square" lIns="38100" tIns="19050" rIns="38100" bIns="19050" anchor="ctr">
                    <a:noAutofit/>
                  </a:bodyPr>
                  <a:lstStyle/>
                  <a:p>
                    <a:pPr>
                      <a:defRPr>
                        <a:solidFill>
                          <a:srgbClr val="555555"/>
                        </a:solidFill>
                        <a:latin typeface="나눔스퀘어 네오 OTF ExtraBold" panose="00000900000000000000" pitchFamily="50" charset="-127"/>
                        <a:ea typeface="나눔스퀘어 네오 OTF ExtraBold" panose="00000900000000000000" pitchFamily="50" charset="-127"/>
                      </a:defRPr>
                    </a:pPr>
                    <a:fld id="{86ED624E-4292-456B-9E74-7880939AF6E1}" type="PERCENTAGE">
                      <a:rPr lang="en-US" altLang="ko-KR" baseline="0">
                        <a:solidFill>
                          <a:srgbClr val="555555"/>
                        </a:solidFill>
                      </a:rPr>
                      <a:pPr>
                        <a:defRPr>
                          <a:solidFill>
                            <a:srgbClr val="555555"/>
                          </a:solidFill>
                          <a:latin typeface="나눔스퀘어 네오 OTF ExtraBold" panose="00000900000000000000" pitchFamily="50" charset="-127"/>
                          <a:ea typeface="나눔스퀘어 네오 OTF ExtraBold" panose="00000900000000000000" pitchFamily="50" charset="-127"/>
                        </a:defRPr>
                      </a:pPr>
                      <a:t>[백분율]</a:t>
                    </a:fld>
                    <a:endParaRPr lang="ko-KR" altLang="en-US"/>
                  </a:p>
                </c:rich>
              </c:tx>
              <c:spPr>
                <a:noFill/>
                <a:ln>
                  <a:noFill/>
                </a:ln>
                <a:effectLst/>
              </c:spPr>
              <c:showLegendKey val="0"/>
              <c:showVal val="0"/>
              <c:showCatName val="0"/>
              <c:showSerName val="0"/>
              <c:showPercent val="1"/>
              <c:showBubbleSize val="1"/>
              <c:extLst>
                <c:ext xmlns:c15="http://schemas.microsoft.com/office/drawing/2012/chart" uri="{CE6537A1-D6FC-4f65-9D91-7224C49458BB}">
                  <c15:layout>
                    <c:manualLayout>
                      <c:w val="0.10998054713783245"/>
                      <c:h val="6.7615215894309966E-2"/>
                    </c:manualLayout>
                  </c15:layout>
                  <c15:dlblFieldTable/>
                  <c15:showDataLabelsRange val="0"/>
                </c:ext>
                <c:ext xmlns:c16="http://schemas.microsoft.com/office/drawing/2014/chart" uri="{C3380CC4-5D6E-409C-BE32-E72D297353CC}">
                  <c16:uniqueId val="{00000003-4FF7-4418-ACCD-8695B660B9B8}"/>
                </c:ext>
              </c:extLst>
            </c:dLbl>
            <c:dLbl>
              <c:idx val="2"/>
              <c:layout>
                <c:manualLayout>
                  <c:x val="-5.1147811610970581E-3"/>
                  <c:y val="7.9732969471294855E-3"/>
                </c:manualLayout>
              </c:layout>
              <c:tx>
                <c:rich>
                  <a:bodyPr/>
                  <a:lstStyle/>
                  <a:p>
                    <a:r>
                      <a:rPr lang="en-US" altLang="ko-KR" baseline="0"/>
                      <a:t> </a:t>
                    </a:r>
                    <a:fld id="{B4B9AE2C-99B1-47FE-A793-28717E885D4C}" type="PERCENTAGE">
                      <a:rPr lang="en-US" altLang="ko-KR" baseline="0"/>
                      <a:pPr/>
                      <a:t>[백분율]</a:t>
                    </a:fld>
                    <a:endParaRPr lang="en-US" altLang="ko-KR" baseline="0"/>
                  </a:p>
                </c:rich>
              </c:tx>
              <c:showLegendKey val="0"/>
              <c:showVal val="0"/>
              <c:showCatName val="0"/>
              <c:showSerName val="0"/>
              <c:showPercent val="1"/>
              <c:showBubbleSize val="1"/>
              <c:extLst>
                <c:ext xmlns:c15="http://schemas.microsoft.com/office/drawing/2012/chart" uri="{CE6537A1-D6FC-4f65-9D91-7224C49458BB}">
                  <c15:dlblFieldTable/>
                  <c15:showDataLabelsRange val="0"/>
                </c:ext>
                <c:ext xmlns:c16="http://schemas.microsoft.com/office/drawing/2014/chart" uri="{C3380CC4-5D6E-409C-BE32-E72D297353CC}">
                  <c16:uniqueId val="{00000005-4FF7-4418-ACCD-8695B660B9B8}"/>
                </c:ext>
              </c:extLst>
            </c:dLbl>
            <c:dLbl>
              <c:idx val="3"/>
              <c:layout>
                <c:manualLayout>
                  <c:x val="0"/>
                  <c:y val="-2.3518518518518605E-2"/>
                </c:manualLayout>
              </c:layout>
              <c:tx>
                <c:rich>
                  <a:bodyPr/>
                  <a:lstStyle/>
                  <a:p>
                    <a:fld id="{7FAA714A-5B6F-4CCA-B2FE-D0972FD7A344}" type="PERCENTAGE">
                      <a:rPr lang="en-US" altLang="ko-KR" baseline="0"/>
                      <a:pPr/>
                      <a:t>[백분율]</a:t>
                    </a:fld>
                    <a:endParaRPr lang="ko-KR" altLang="en-US"/>
                  </a:p>
                </c:rich>
              </c:tx>
              <c:showLegendKey val="0"/>
              <c:showVal val="0"/>
              <c:showCatName val="0"/>
              <c:showSerName val="0"/>
              <c:showPercent val="1"/>
              <c:showBubbleSize val="1"/>
              <c:extLst>
                <c:ext xmlns:c15="http://schemas.microsoft.com/office/drawing/2012/chart" uri="{CE6537A1-D6FC-4f65-9D91-7224C49458BB}">
                  <c15:dlblFieldTable/>
                  <c15:showDataLabelsRange val="0"/>
                </c:ext>
                <c:ext xmlns:c16="http://schemas.microsoft.com/office/drawing/2014/chart" uri="{C3380CC4-5D6E-409C-BE32-E72D297353CC}">
                  <c16:uniqueId val="{00000007-4FF7-4418-ACCD-8695B660B9B8}"/>
                </c:ext>
              </c:extLst>
            </c:dLbl>
            <c:spPr>
              <a:noFill/>
              <a:ln>
                <a:noFill/>
              </a:ln>
              <a:effectLst/>
            </c:spPr>
            <c:txPr>
              <a:bodyPr wrap="square" lIns="38100" tIns="19050" rIns="38100" bIns="19050" anchor="ctr">
                <a:spAutoFit/>
              </a:bodyPr>
              <a:lstStyle/>
              <a:p>
                <a:pPr>
                  <a:defRPr>
                    <a:solidFill>
                      <a:schemeClr val="bg1"/>
                    </a:solidFill>
                    <a:latin typeface="나눔스퀘어 네오 OTF ExtraBold" panose="00000900000000000000" pitchFamily="50" charset="-127"/>
                    <a:ea typeface="나눔스퀘어 네오 OTF ExtraBold" panose="00000900000000000000" pitchFamily="50" charset="-127"/>
                  </a:defRPr>
                </a:pPr>
                <a:endParaRPr lang="ko-KR"/>
              </a:p>
            </c:txPr>
            <c:showLegendKey val="0"/>
            <c:showVal val="0"/>
            <c:showCatName val="0"/>
            <c:showSerName val="0"/>
            <c:showPercent val="1"/>
            <c:showBubbleSize val="1"/>
            <c:showLeaderLines val="0"/>
            <c:extLst>
              <c:ext xmlns:c15="http://schemas.microsoft.com/office/drawing/2012/chart" uri="{CE6537A1-D6FC-4f65-9D91-7224C49458BB}"/>
            </c:extLst>
          </c:dLbls>
          <c:cat>
            <c:strRef>
              <c:f>Dashboard!$A$2:$A$5</c:f>
              <c:strCache>
                <c:ptCount val="4"/>
                <c:pt idx="0">
                  <c:v>왕홍</c:v>
                </c:pt>
                <c:pt idx="1">
                  <c:v>수출</c:v>
                </c:pt>
                <c:pt idx="2">
                  <c:v>오프라인</c:v>
                </c:pt>
                <c:pt idx="3">
                  <c:v>온라인</c:v>
                </c:pt>
              </c:strCache>
            </c:strRef>
          </c:cat>
          <c:val>
            <c:numRef>
              <c:f>Dashboard!$B$2:$B$5</c:f>
              <c:numCache>
                <c:formatCode>General</c:formatCode>
                <c:ptCount val="4"/>
                <c:pt idx="0">
                  <c:v>23508</c:v>
                </c:pt>
                <c:pt idx="1">
                  <c:v>35226</c:v>
                </c:pt>
                <c:pt idx="2">
                  <c:v>23995</c:v>
                </c:pt>
                <c:pt idx="3">
                  <c:v>109032</c:v>
                </c:pt>
              </c:numCache>
            </c:numRef>
          </c:val>
          <c:extLst>
            <c:ext xmlns:c16="http://schemas.microsoft.com/office/drawing/2014/chart" uri="{C3380CC4-5D6E-409C-BE32-E72D297353CC}">
              <c16:uniqueId val="{00000008-4FF7-4418-ACCD-8695B660B9B8}"/>
            </c:ext>
          </c:extLst>
        </c:ser>
        <c:dLbls>
          <c:showLegendKey val="1"/>
          <c:showVal val="1"/>
          <c:showCatName val="1"/>
          <c:showSerName val="1"/>
          <c:showPercent val="1"/>
          <c:showBubbleSize val="1"/>
          <c:showLeaderLines val="0"/>
        </c:dLbls>
        <c:firstSliceAng val="0"/>
        <c:holeSize val="63"/>
      </c:doughnutChart>
    </c:plotArea>
    <c:plotVisOnly val="1"/>
    <c:dispBlanksAs val="gap"/>
    <c:showDLblsOverMax val="1"/>
  </c:chart>
  <c:spPr>
    <a:noFill/>
    <a:ln>
      <a:noFill/>
    </a:ln>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50529" cy="497524"/>
          </a:xfrm>
          <a:prstGeom prst="rect">
            <a:avLst/>
          </a:prstGeom>
        </p:spPr>
        <p:txBody>
          <a:bodyPr vert="horz" lIns="91549" tIns="45774" rIns="91549" bIns="45774" rtlCol="0"/>
          <a:lstStyle>
            <a:lvl1pPr algn="l">
              <a:defRPr sz="1200"/>
            </a:lvl1pPr>
          </a:lstStyle>
          <a:p>
            <a:endParaRPr lang="ko-KR" altLang="en-US"/>
          </a:p>
        </p:txBody>
      </p:sp>
      <p:sp>
        <p:nvSpPr>
          <p:cNvPr id="3" name="날짜 개체 틀 2"/>
          <p:cNvSpPr>
            <a:spLocks noGrp="1"/>
          </p:cNvSpPr>
          <p:nvPr>
            <p:ph type="dt" idx="1"/>
          </p:nvPr>
        </p:nvSpPr>
        <p:spPr>
          <a:xfrm>
            <a:off x="3855082" y="0"/>
            <a:ext cx="2950529" cy="497524"/>
          </a:xfrm>
          <a:prstGeom prst="rect">
            <a:avLst/>
          </a:prstGeom>
        </p:spPr>
        <p:txBody>
          <a:bodyPr vert="horz" lIns="91549" tIns="45774" rIns="91549" bIns="45774" rtlCol="0"/>
          <a:lstStyle>
            <a:lvl1pPr algn="r">
              <a:defRPr sz="1200"/>
            </a:lvl1pPr>
          </a:lstStyle>
          <a:p>
            <a:fld id="{C5FEF7A4-381B-4D12-9DE9-B8FD7EA7C15F}" type="datetimeFigureOut">
              <a:rPr lang="ko-KR" altLang="en-US" smtClean="0"/>
              <a:t>2026-04-03</a:t>
            </a:fld>
            <a:endParaRPr lang="ko-KR" altLang="en-US"/>
          </a:p>
        </p:txBody>
      </p:sp>
      <p:sp>
        <p:nvSpPr>
          <p:cNvPr id="4" name="슬라이드 이미지 개체 틀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549" tIns="45774" rIns="91549" bIns="45774" rtlCol="0" anchor="ctr"/>
          <a:lstStyle/>
          <a:p>
            <a:endParaRPr lang="ko-KR" altLang="en-US"/>
          </a:p>
        </p:txBody>
      </p:sp>
      <p:sp>
        <p:nvSpPr>
          <p:cNvPr id="5" name="슬라이드 노트 개체 틀 4"/>
          <p:cNvSpPr>
            <a:spLocks noGrp="1"/>
          </p:cNvSpPr>
          <p:nvPr>
            <p:ph type="body" sz="quarter" idx="3"/>
          </p:nvPr>
        </p:nvSpPr>
        <p:spPr>
          <a:xfrm>
            <a:off x="680403" y="4782900"/>
            <a:ext cx="5446396" cy="3913425"/>
          </a:xfrm>
          <a:prstGeom prst="rect">
            <a:avLst/>
          </a:prstGeom>
        </p:spPr>
        <p:txBody>
          <a:bodyPr vert="horz" lIns="91549" tIns="45774" rIns="91549" bIns="45774"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1" y="9441814"/>
            <a:ext cx="2950529" cy="497524"/>
          </a:xfrm>
          <a:prstGeom prst="rect">
            <a:avLst/>
          </a:prstGeom>
        </p:spPr>
        <p:txBody>
          <a:bodyPr vert="horz" lIns="91549" tIns="45774" rIns="91549" bIns="45774"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5082" y="9441814"/>
            <a:ext cx="2950529" cy="497524"/>
          </a:xfrm>
          <a:prstGeom prst="rect">
            <a:avLst/>
          </a:prstGeom>
        </p:spPr>
        <p:txBody>
          <a:bodyPr vert="horz" lIns="91549" tIns="45774" rIns="91549" bIns="45774" rtlCol="0" anchor="b"/>
          <a:lstStyle>
            <a:lvl1pPr algn="r">
              <a:defRPr sz="1200"/>
            </a:lvl1pPr>
          </a:lstStyle>
          <a:p>
            <a:fld id="{266B555F-F98C-4D98-970B-F05398C33AE3}" type="slidenum">
              <a:rPr lang="ko-KR" altLang="en-US" smtClean="0"/>
              <a:t>‹#›</a:t>
            </a:fld>
            <a:endParaRPr lang="ko-KR" altLang="en-US"/>
          </a:p>
        </p:txBody>
      </p:sp>
    </p:spTree>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8B1C6-FEA9-5EE9-122C-A1557AD1F22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246D4A9-C458-46EF-82B9-5DF83EEFCEC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2616E48-7C7C-03B8-A63E-58FC9B4B61E7}"/>
              </a:ext>
            </a:extLst>
          </p:cNvPr>
          <p:cNvSpPr>
            <a:spLocks noGrp="1"/>
          </p:cNvSpPr>
          <p:nvPr>
            <p:ph type="body" idx="1"/>
          </p:nvPr>
        </p:nvSpPr>
        <p:spPr/>
        <p:txBody>
          <a:bodyPr/>
          <a:lstStyle/>
          <a:p>
            <a:endParaRPr kumimoji="1" lang="ko-KR" altLang="en-US"/>
          </a:p>
        </p:txBody>
      </p:sp>
      <p:sp>
        <p:nvSpPr>
          <p:cNvPr id="4" name="슬라이드 번호 개체 틀 3">
            <a:extLst>
              <a:ext uri="{FF2B5EF4-FFF2-40B4-BE49-F238E27FC236}">
                <a16:creationId xmlns:a16="http://schemas.microsoft.com/office/drawing/2014/main" id="{76200EE3-6161-B142-FFCD-A25414042266}"/>
              </a:ext>
            </a:extLst>
          </p:cNvPr>
          <p:cNvSpPr>
            <a:spLocks noGrp="1"/>
          </p:cNvSpPr>
          <p:nvPr>
            <p:ph type="sldNum" sz="quarter" idx="5"/>
          </p:nvPr>
        </p:nvSpPr>
        <p:spPr/>
        <p:txBody>
          <a:bodyPr/>
          <a:lstStyle/>
          <a:p>
            <a:fld id="{4A30A4BD-42EF-8543-8841-F6A2D965B730}" type="slidenum">
              <a:rPr kumimoji="1" lang="ko-KR" altLang="en-US" smtClean="0"/>
              <a:t>2</a:t>
            </a:fld>
            <a:endParaRPr kumimoji="1" lang="ko-KR" altLang="en-US"/>
          </a:p>
        </p:txBody>
      </p:sp>
    </p:spTree>
    <p:extLst>
      <p:ext uri="{BB962C8B-B14F-4D97-AF65-F5344CB8AC3E}">
        <p14:creationId xmlns:p14="http://schemas.microsoft.com/office/powerpoint/2010/main" val="3149664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8BA37-B4F4-7778-1797-8883B791AC4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424958E-E603-19CA-2052-AC9DA58BBF9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B8551B1-1FEB-FCCD-66E6-4A64FE47117A}"/>
              </a:ext>
            </a:extLst>
          </p:cNvPr>
          <p:cNvSpPr>
            <a:spLocks noGrp="1"/>
          </p:cNvSpPr>
          <p:nvPr>
            <p:ph type="body" idx="1"/>
          </p:nvPr>
        </p:nvSpPr>
        <p:spPr/>
        <p:txBody>
          <a:bodyPr/>
          <a:lstStyle/>
          <a:p>
            <a:endParaRPr kumimoji="1" lang="ko-KR" altLang="en-US"/>
          </a:p>
        </p:txBody>
      </p:sp>
      <p:sp>
        <p:nvSpPr>
          <p:cNvPr id="4" name="슬라이드 번호 개체 틀 3">
            <a:extLst>
              <a:ext uri="{FF2B5EF4-FFF2-40B4-BE49-F238E27FC236}">
                <a16:creationId xmlns:a16="http://schemas.microsoft.com/office/drawing/2014/main" id="{07232CCB-C905-686E-DB4E-20583982EA66}"/>
              </a:ext>
            </a:extLst>
          </p:cNvPr>
          <p:cNvSpPr>
            <a:spLocks noGrp="1"/>
          </p:cNvSpPr>
          <p:nvPr>
            <p:ph type="sldNum" sz="quarter" idx="5"/>
          </p:nvPr>
        </p:nvSpPr>
        <p:spPr/>
        <p:txBody>
          <a:bodyPr/>
          <a:lstStyle/>
          <a:p>
            <a:fld id="{4A30A4BD-42EF-8543-8841-F6A2D965B730}" type="slidenum">
              <a:rPr kumimoji="1" lang="ko-KR" altLang="en-US" smtClean="0"/>
              <a:t>3</a:t>
            </a:fld>
            <a:endParaRPr kumimoji="1" lang="ko-KR" altLang="en-US"/>
          </a:p>
        </p:txBody>
      </p:sp>
    </p:spTree>
    <p:extLst>
      <p:ext uri="{BB962C8B-B14F-4D97-AF65-F5344CB8AC3E}">
        <p14:creationId xmlns:p14="http://schemas.microsoft.com/office/powerpoint/2010/main" val="1550647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BFE70-8E12-BE2B-6B0F-4CFFDD438D3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51069BB-971B-3AC5-D72F-38CC6B2E89E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EE88467-7EF0-7190-2638-BEE62CAA8CE2}"/>
              </a:ext>
            </a:extLst>
          </p:cNvPr>
          <p:cNvSpPr>
            <a:spLocks noGrp="1"/>
          </p:cNvSpPr>
          <p:nvPr>
            <p:ph type="body" idx="1"/>
          </p:nvPr>
        </p:nvSpPr>
        <p:spPr/>
        <p:txBody>
          <a:bodyPr/>
          <a:lstStyle/>
          <a:p>
            <a:endParaRPr kumimoji="1" lang="ko-KR" altLang="en-US"/>
          </a:p>
        </p:txBody>
      </p:sp>
      <p:sp>
        <p:nvSpPr>
          <p:cNvPr id="4" name="슬라이드 번호 개체 틀 3">
            <a:extLst>
              <a:ext uri="{FF2B5EF4-FFF2-40B4-BE49-F238E27FC236}">
                <a16:creationId xmlns:a16="http://schemas.microsoft.com/office/drawing/2014/main" id="{26244E97-E60B-C1AA-7F66-8DB7EB395D2F}"/>
              </a:ext>
            </a:extLst>
          </p:cNvPr>
          <p:cNvSpPr>
            <a:spLocks noGrp="1"/>
          </p:cNvSpPr>
          <p:nvPr>
            <p:ph type="sldNum" sz="quarter" idx="5"/>
          </p:nvPr>
        </p:nvSpPr>
        <p:spPr/>
        <p:txBody>
          <a:bodyPr/>
          <a:lstStyle/>
          <a:p>
            <a:fld id="{4A30A4BD-42EF-8543-8841-F6A2D965B730}" type="slidenum">
              <a:rPr kumimoji="1" lang="ko-KR" altLang="en-US" smtClean="0"/>
              <a:t>4</a:t>
            </a:fld>
            <a:endParaRPr kumimoji="1" lang="ko-KR" altLang="en-US"/>
          </a:p>
        </p:txBody>
      </p:sp>
    </p:spTree>
    <p:extLst>
      <p:ext uri="{BB962C8B-B14F-4D97-AF65-F5344CB8AC3E}">
        <p14:creationId xmlns:p14="http://schemas.microsoft.com/office/powerpoint/2010/main" val="2410713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8774A-E65F-3CFE-6622-80DD7D6B68C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B3E116E-3433-E56F-0E11-D4AD73A8189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9438A23-4C79-CD97-983F-C606FCAA0D6B}"/>
              </a:ext>
            </a:extLst>
          </p:cNvPr>
          <p:cNvSpPr>
            <a:spLocks noGrp="1"/>
          </p:cNvSpPr>
          <p:nvPr>
            <p:ph type="body" idx="1"/>
          </p:nvPr>
        </p:nvSpPr>
        <p:spPr/>
        <p:txBody>
          <a:bodyPr/>
          <a:lstStyle/>
          <a:p>
            <a:endParaRPr kumimoji="1" lang="ko-KR" altLang="en-US"/>
          </a:p>
        </p:txBody>
      </p:sp>
      <p:sp>
        <p:nvSpPr>
          <p:cNvPr id="4" name="슬라이드 번호 개체 틀 3">
            <a:extLst>
              <a:ext uri="{FF2B5EF4-FFF2-40B4-BE49-F238E27FC236}">
                <a16:creationId xmlns:a16="http://schemas.microsoft.com/office/drawing/2014/main" id="{E9209586-2361-E96B-87F8-65CB954BC338}"/>
              </a:ext>
            </a:extLst>
          </p:cNvPr>
          <p:cNvSpPr>
            <a:spLocks noGrp="1"/>
          </p:cNvSpPr>
          <p:nvPr>
            <p:ph type="sldNum" sz="quarter" idx="5"/>
          </p:nvPr>
        </p:nvSpPr>
        <p:spPr/>
        <p:txBody>
          <a:bodyPr/>
          <a:lstStyle/>
          <a:p>
            <a:fld id="{4A30A4BD-42EF-8543-8841-F6A2D965B730}" type="slidenum">
              <a:rPr kumimoji="1" lang="ko-KR" altLang="en-US" smtClean="0"/>
              <a:t>5</a:t>
            </a:fld>
            <a:endParaRPr kumimoji="1" lang="ko-KR" altLang="en-US"/>
          </a:p>
        </p:txBody>
      </p:sp>
    </p:spTree>
    <p:extLst>
      <p:ext uri="{BB962C8B-B14F-4D97-AF65-F5344CB8AC3E}">
        <p14:creationId xmlns:p14="http://schemas.microsoft.com/office/powerpoint/2010/main" val="1475250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hasCustomPrompt="1"/>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D72A6C5D-1586-466F-A176-C4D04CD009F0}" type="datetimeFigureOut">
              <a:rPr lang="ko-KR" altLang="en-US" smtClean="0"/>
              <a:t>2026-04-03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30E76E0-9845-4C11-9A6C-FC5A1DB6A79C}" type="slidenum">
              <a:rPr lang="ko-KR" altLang="en-US" smtClean="0"/>
              <a:t>‹#›</a:t>
            </a:fld>
            <a:endParaRPr lang="ko-KR" altLang="en-US"/>
          </a:p>
        </p:txBody>
      </p:sp>
      <p:sp>
        <p:nvSpPr>
          <p:cNvPr id="8" name="TextBox 7">
            <a:extLst>
              <a:ext uri="{FF2B5EF4-FFF2-40B4-BE49-F238E27FC236}">
                <a16:creationId xmlns:a16="http://schemas.microsoft.com/office/drawing/2014/main" id="{0295CC6C-38C7-FC5F-78E2-C13066116A3D}"/>
              </a:ext>
            </a:extLst>
          </p:cNvPr>
          <p:cNvSpPr txBox="1"/>
          <p:nvPr userDrawn="1"/>
        </p:nvSpPr>
        <p:spPr>
          <a:xfrm>
            <a:off x="10307725" y="6420958"/>
            <a:ext cx="1446871" cy="217945"/>
          </a:xfrm>
          <a:prstGeom prst="rect">
            <a:avLst/>
          </a:prstGeom>
          <a:noFill/>
        </p:spPr>
        <p:txBody>
          <a:bodyPr wrap="none" rtlCol="0">
            <a:spAutoFit/>
          </a:bodyPr>
          <a:lstStyle/>
          <a:p>
            <a:pPr algn="r">
              <a:lnSpc>
                <a:spcPts val="1120"/>
              </a:lnSpc>
            </a:pPr>
            <a:r>
              <a:rPr lang="en-US" altLang="ko-KR" sz="700" spc="5">
                <a:solidFill>
                  <a:srgbClr val="C1C6C7"/>
                </a:solidFill>
                <a:latin typeface="EH Normal Thin" panose="00000500000000000000" pitchFamily="50" charset="0"/>
              </a:rPr>
              <a:t>CONFIDENTIAL DOCUMENT</a:t>
            </a:r>
          </a:p>
        </p:txBody>
      </p:sp>
      <p:sp>
        <p:nvSpPr>
          <p:cNvPr id="9" name="슬라이드 번호 개체 틀 15">
            <a:extLst>
              <a:ext uri="{FF2B5EF4-FFF2-40B4-BE49-F238E27FC236}">
                <a16:creationId xmlns:a16="http://schemas.microsoft.com/office/drawing/2014/main" id="{31EEEC00-C9A7-6A0E-D5FC-F5B3AAB843BF}"/>
              </a:ext>
            </a:extLst>
          </p:cNvPr>
          <p:cNvSpPr txBox="1">
            <a:spLocks/>
          </p:cNvSpPr>
          <p:nvPr userDrawn="1"/>
        </p:nvSpPr>
        <p:spPr>
          <a:xfrm>
            <a:off x="9236099" y="6344546"/>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800" kern="1200">
                <a:solidFill>
                  <a:srgbClr val="ADB2B4"/>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F5B0F108-265F-7C49-89BA-25364F6A568C}" type="slidenum">
              <a:rPr kumimoji="1" lang="ko-KR" altLang="en-US" smtClean="0"/>
              <a:pPr/>
              <a:t>‹#›</a:t>
            </a:fld>
            <a:endParaRPr kumimoji="1" lang="ko-KR" altLang="en-US"/>
          </a:p>
        </p:txBody>
      </p:sp>
      <p:sp>
        <p:nvSpPr>
          <p:cNvPr id="10" name="TextBox 9">
            <a:extLst>
              <a:ext uri="{FF2B5EF4-FFF2-40B4-BE49-F238E27FC236}">
                <a16:creationId xmlns:a16="http://schemas.microsoft.com/office/drawing/2014/main" id="{00C58BC0-1D20-F239-9C46-E672D10BF0DC}"/>
              </a:ext>
            </a:extLst>
          </p:cNvPr>
          <p:cNvSpPr txBox="1"/>
          <p:nvPr userDrawn="1"/>
        </p:nvSpPr>
        <p:spPr>
          <a:xfrm>
            <a:off x="419859" y="6418137"/>
            <a:ext cx="1782219" cy="223010"/>
          </a:xfrm>
          <a:prstGeom prst="rect">
            <a:avLst/>
          </a:prstGeom>
          <a:noFill/>
        </p:spPr>
        <p:txBody>
          <a:bodyPr wrap="none" rtlCol="0">
            <a:spAutoFit/>
          </a:bodyPr>
          <a:lstStyle/>
          <a:p>
            <a:pPr algn="l">
              <a:lnSpc>
                <a:spcPts val="1120"/>
              </a:lnSpc>
            </a:pPr>
            <a:r>
              <a:rPr lang="en-US" altLang="ko-KR" sz="700" spc="5">
                <a:solidFill>
                  <a:srgbClr val="C1C6C7"/>
                </a:solidFill>
                <a:latin typeface="NanumSquare Neo Regular" panose="020B0600000101010101" charset="-127"/>
                <a:ea typeface="NanumSquare Neo Regular" panose="020B0600000101010101" charset="-127"/>
              </a:rPr>
              <a:t>© 2025.Cosmax all</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rights</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reserved.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hasCustomPrompt="1"/>
          </p:nvPr>
        </p:nvSpPr>
        <p:spPr/>
        <p:txBody>
          <a:bodyPr/>
          <a:lstStyle/>
          <a:p>
            <a:r>
              <a:rPr lang="ko-KR" altLang="en-US"/>
              <a:t>마스터 제목 스타일 편집</a:t>
            </a:r>
          </a:p>
        </p:txBody>
      </p:sp>
      <p:sp>
        <p:nvSpPr>
          <p:cNvPr id="3" name="내용 개체 틀 2"/>
          <p:cNvSpPr>
            <a:spLocks noGrp="1"/>
          </p:cNvSpPr>
          <p:nvPr>
            <p:ph idx="1" hasCustomPrompt="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72A6C5D-1586-466F-A176-C4D04CD009F0}" type="datetimeFigureOut">
              <a:rPr lang="ko-KR" altLang="en-US" smtClean="0"/>
              <a:t>2026-04-03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30E76E0-9845-4C11-9A6C-FC5A1DB6A79C}" type="slidenum">
              <a:rPr lang="ko-KR" altLang="en-US" smtClean="0"/>
              <a:t>‹#›</a:t>
            </a:fld>
            <a:endParaRPr lang="ko-KR" altLang="en-US"/>
          </a:p>
        </p:txBody>
      </p:sp>
      <p:sp>
        <p:nvSpPr>
          <p:cNvPr id="8" name="TextBox 7">
            <a:extLst>
              <a:ext uri="{FF2B5EF4-FFF2-40B4-BE49-F238E27FC236}">
                <a16:creationId xmlns:a16="http://schemas.microsoft.com/office/drawing/2014/main" id="{CD6B906A-AE24-874A-4585-3306A283A8B5}"/>
              </a:ext>
            </a:extLst>
          </p:cNvPr>
          <p:cNvSpPr txBox="1"/>
          <p:nvPr userDrawn="1"/>
        </p:nvSpPr>
        <p:spPr>
          <a:xfrm>
            <a:off x="10307725" y="6420958"/>
            <a:ext cx="1446871" cy="217945"/>
          </a:xfrm>
          <a:prstGeom prst="rect">
            <a:avLst/>
          </a:prstGeom>
          <a:noFill/>
        </p:spPr>
        <p:txBody>
          <a:bodyPr wrap="none" rtlCol="0">
            <a:spAutoFit/>
          </a:bodyPr>
          <a:lstStyle/>
          <a:p>
            <a:pPr algn="r">
              <a:lnSpc>
                <a:spcPts val="1120"/>
              </a:lnSpc>
            </a:pPr>
            <a:r>
              <a:rPr lang="en-US" altLang="ko-KR" sz="700" spc="5">
                <a:solidFill>
                  <a:srgbClr val="C1C6C7"/>
                </a:solidFill>
                <a:latin typeface="EH Normal Thin" panose="00000500000000000000" pitchFamily="50" charset="0"/>
              </a:rPr>
              <a:t>CONFIDENTIAL DOCUMENT</a:t>
            </a:r>
          </a:p>
        </p:txBody>
      </p:sp>
      <p:sp>
        <p:nvSpPr>
          <p:cNvPr id="9" name="슬라이드 번호 개체 틀 15">
            <a:extLst>
              <a:ext uri="{FF2B5EF4-FFF2-40B4-BE49-F238E27FC236}">
                <a16:creationId xmlns:a16="http://schemas.microsoft.com/office/drawing/2014/main" id="{B84BFC34-D16B-6457-D26F-C5ED479A02E6}"/>
              </a:ext>
            </a:extLst>
          </p:cNvPr>
          <p:cNvSpPr txBox="1">
            <a:spLocks/>
          </p:cNvSpPr>
          <p:nvPr userDrawn="1"/>
        </p:nvSpPr>
        <p:spPr>
          <a:xfrm>
            <a:off x="9236099" y="6344546"/>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800" kern="1200">
                <a:solidFill>
                  <a:srgbClr val="ADB2B4"/>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F5B0F108-265F-7C49-89BA-25364F6A568C}" type="slidenum">
              <a:rPr kumimoji="1" lang="ko-KR" altLang="en-US" smtClean="0"/>
              <a:pPr/>
              <a:t>‹#›</a:t>
            </a:fld>
            <a:endParaRPr kumimoji="1" lang="ko-KR" altLang="en-US"/>
          </a:p>
        </p:txBody>
      </p:sp>
      <p:sp>
        <p:nvSpPr>
          <p:cNvPr id="10" name="TextBox 9">
            <a:extLst>
              <a:ext uri="{FF2B5EF4-FFF2-40B4-BE49-F238E27FC236}">
                <a16:creationId xmlns:a16="http://schemas.microsoft.com/office/drawing/2014/main" id="{59BAA261-9F42-5059-CA80-531CD42FA336}"/>
              </a:ext>
            </a:extLst>
          </p:cNvPr>
          <p:cNvSpPr txBox="1"/>
          <p:nvPr userDrawn="1"/>
        </p:nvSpPr>
        <p:spPr>
          <a:xfrm>
            <a:off x="419859" y="6418137"/>
            <a:ext cx="1782219" cy="223010"/>
          </a:xfrm>
          <a:prstGeom prst="rect">
            <a:avLst/>
          </a:prstGeom>
          <a:noFill/>
        </p:spPr>
        <p:txBody>
          <a:bodyPr wrap="none" rtlCol="0">
            <a:spAutoFit/>
          </a:bodyPr>
          <a:lstStyle/>
          <a:p>
            <a:pPr algn="l">
              <a:lnSpc>
                <a:spcPts val="1120"/>
              </a:lnSpc>
            </a:pPr>
            <a:r>
              <a:rPr lang="en-US" altLang="ko-KR" sz="700" spc="5">
                <a:solidFill>
                  <a:srgbClr val="C1C6C7"/>
                </a:solidFill>
                <a:latin typeface="NanumSquare Neo Regular" panose="020B0600000101010101" charset="-127"/>
                <a:ea typeface="NanumSquare Neo Regular" panose="020B0600000101010101" charset="-127"/>
              </a:rPr>
              <a:t>© 2025.Cosmax all</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rights</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reserved.</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D72A6C5D-1586-466F-A176-C4D04CD009F0}" type="datetimeFigureOut">
              <a:rPr lang="ko-KR" altLang="en-US" smtClean="0"/>
              <a:t>2026-04-03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30E76E0-9845-4C11-9A6C-FC5A1DB6A79C}" type="slidenum">
              <a:rPr lang="ko-KR" altLang="en-US" smtClean="0"/>
              <a:t>‹#›</a:t>
            </a:fld>
            <a:endParaRPr lang="ko-KR" altLang="en-US"/>
          </a:p>
        </p:txBody>
      </p:sp>
      <p:sp>
        <p:nvSpPr>
          <p:cNvPr id="8" name="TextBox 7">
            <a:extLst>
              <a:ext uri="{FF2B5EF4-FFF2-40B4-BE49-F238E27FC236}">
                <a16:creationId xmlns:a16="http://schemas.microsoft.com/office/drawing/2014/main" id="{D56B64CC-A774-28CC-981A-F8B57C21A436}"/>
              </a:ext>
            </a:extLst>
          </p:cNvPr>
          <p:cNvSpPr txBox="1"/>
          <p:nvPr userDrawn="1"/>
        </p:nvSpPr>
        <p:spPr>
          <a:xfrm>
            <a:off x="10307725" y="6420958"/>
            <a:ext cx="1446871" cy="217945"/>
          </a:xfrm>
          <a:prstGeom prst="rect">
            <a:avLst/>
          </a:prstGeom>
          <a:noFill/>
        </p:spPr>
        <p:txBody>
          <a:bodyPr wrap="none" rtlCol="0">
            <a:spAutoFit/>
          </a:bodyPr>
          <a:lstStyle/>
          <a:p>
            <a:pPr algn="r">
              <a:lnSpc>
                <a:spcPts val="1120"/>
              </a:lnSpc>
            </a:pPr>
            <a:r>
              <a:rPr lang="en-US" altLang="ko-KR" sz="700" spc="5">
                <a:solidFill>
                  <a:srgbClr val="C1C6C7"/>
                </a:solidFill>
                <a:latin typeface="EH Normal Thin" panose="00000500000000000000" pitchFamily="50" charset="0"/>
              </a:rPr>
              <a:t>CONFIDENTIAL DOCUMENT</a:t>
            </a:r>
          </a:p>
        </p:txBody>
      </p:sp>
      <p:sp>
        <p:nvSpPr>
          <p:cNvPr id="9" name="슬라이드 번호 개체 틀 15">
            <a:extLst>
              <a:ext uri="{FF2B5EF4-FFF2-40B4-BE49-F238E27FC236}">
                <a16:creationId xmlns:a16="http://schemas.microsoft.com/office/drawing/2014/main" id="{789FB493-10A8-1AD8-357A-8052FBD60647}"/>
              </a:ext>
            </a:extLst>
          </p:cNvPr>
          <p:cNvSpPr txBox="1">
            <a:spLocks/>
          </p:cNvSpPr>
          <p:nvPr userDrawn="1"/>
        </p:nvSpPr>
        <p:spPr>
          <a:xfrm>
            <a:off x="9236099" y="6344546"/>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800" kern="1200">
                <a:solidFill>
                  <a:srgbClr val="ADB2B4"/>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F5B0F108-265F-7C49-89BA-25364F6A568C}" type="slidenum">
              <a:rPr kumimoji="1" lang="ko-KR" altLang="en-US" smtClean="0"/>
              <a:pPr/>
              <a:t>‹#›</a:t>
            </a:fld>
            <a:endParaRPr kumimoji="1" lang="ko-KR" altLang="en-US"/>
          </a:p>
        </p:txBody>
      </p:sp>
      <p:sp>
        <p:nvSpPr>
          <p:cNvPr id="10" name="TextBox 9">
            <a:extLst>
              <a:ext uri="{FF2B5EF4-FFF2-40B4-BE49-F238E27FC236}">
                <a16:creationId xmlns:a16="http://schemas.microsoft.com/office/drawing/2014/main" id="{22C1B21F-11FA-0EF7-A49D-F6FD77A05966}"/>
              </a:ext>
            </a:extLst>
          </p:cNvPr>
          <p:cNvSpPr txBox="1"/>
          <p:nvPr userDrawn="1"/>
        </p:nvSpPr>
        <p:spPr>
          <a:xfrm>
            <a:off x="419859" y="6418137"/>
            <a:ext cx="1782219" cy="223010"/>
          </a:xfrm>
          <a:prstGeom prst="rect">
            <a:avLst/>
          </a:prstGeom>
          <a:noFill/>
        </p:spPr>
        <p:txBody>
          <a:bodyPr wrap="none" rtlCol="0">
            <a:spAutoFit/>
          </a:bodyPr>
          <a:lstStyle/>
          <a:p>
            <a:pPr algn="l">
              <a:lnSpc>
                <a:spcPts val="1120"/>
              </a:lnSpc>
            </a:pPr>
            <a:r>
              <a:rPr lang="en-US" altLang="ko-KR" sz="700" spc="5">
                <a:solidFill>
                  <a:srgbClr val="C1C6C7"/>
                </a:solidFill>
                <a:latin typeface="NanumSquare Neo Regular" panose="020B0600000101010101" charset="-127"/>
                <a:ea typeface="NanumSquare Neo Regular" panose="020B0600000101010101" charset="-127"/>
              </a:rPr>
              <a:t>© 2025.Cosmax all</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rights</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reserved.</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hasCustomPrompt="1"/>
          </p:nvPr>
        </p:nvSpPr>
        <p:spPr/>
        <p:txBody>
          <a:bodyPr/>
          <a:lstStyle/>
          <a:p>
            <a:r>
              <a:rPr lang="ko-KR" altLang="en-US"/>
              <a:t>마스터 제목 스타일 편집</a:t>
            </a:r>
          </a:p>
        </p:txBody>
      </p:sp>
      <p:sp>
        <p:nvSpPr>
          <p:cNvPr id="3" name="내용 개체 틀 2"/>
          <p:cNvSpPr>
            <a:spLocks noGrp="1"/>
          </p:cNvSpPr>
          <p:nvPr>
            <p:ph sz="half" idx="1" hasCustomPrompt="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hasCustomPrompt="1"/>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D72A6C5D-1586-466F-A176-C4D04CD009F0}" type="datetimeFigureOut">
              <a:rPr lang="ko-KR" altLang="en-US" smtClean="0"/>
              <a:t>2026-04-03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30E76E0-9845-4C11-9A6C-FC5A1DB6A79C}" type="slidenum">
              <a:rPr lang="ko-KR" altLang="en-US" smtClean="0"/>
              <a:t>‹#›</a:t>
            </a:fld>
            <a:endParaRPr lang="ko-KR" altLang="en-US"/>
          </a:p>
        </p:txBody>
      </p:sp>
      <p:sp>
        <p:nvSpPr>
          <p:cNvPr id="9" name="TextBox 8">
            <a:extLst>
              <a:ext uri="{FF2B5EF4-FFF2-40B4-BE49-F238E27FC236}">
                <a16:creationId xmlns:a16="http://schemas.microsoft.com/office/drawing/2014/main" id="{6EFC3C9D-5261-0FC6-5C6E-1C09FFF555F2}"/>
              </a:ext>
            </a:extLst>
          </p:cNvPr>
          <p:cNvSpPr txBox="1"/>
          <p:nvPr userDrawn="1"/>
        </p:nvSpPr>
        <p:spPr>
          <a:xfrm>
            <a:off x="10307725" y="6420958"/>
            <a:ext cx="1446871" cy="217945"/>
          </a:xfrm>
          <a:prstGeom prst="rect">
            <a:avLst/>
          </a:prstGeom>
          <a:noFill/>
        </p:spPr>
        <p:txBody>
          <a:bodyPr wrap="none" rtlCol="0">
            <a:spAutoFit/>
          </a:bodyPr>
          <a:lstStyle/>
          <a:p>
            <a:pPr algn="r">
              <a:lnSpc>
                <a:spcPts val="1120"/>
              </a:lnSpc>
            </a:pPr>
            <a:r>
              <a:rPr lang="en-US" altLang="ko-KR" sz="700" spc="5">
                <a:solidFill>
                  <a:srgbClr val="C1C6C7"/>
                </a:solidFill>
                <a:latin typeface="EH Normal Thin" panose="00000500000000000000" pitchFamily="50" charset="0"/>
              </a:rPr>
              <a:t>CONFIDENTIAL DOCUMENT</a:t>
            </a:r>
          </a:p>
        </p:txBody>
      </p:sp>
      <p:sp>
        <p:nvSpPr>
          <p:cNvPr id="10" name="슬라이드 번호 개체 틀 15">
            <a:extLst>
              <a:ext uri="{FF2B5EF4-FFF2-40B4-BE49-F238E27FC236}">
                <a16:creationId xmlns:a16="http://schemas.microsoft.com/office/drawing/2014/main" id="{687B84A0-EFF1-1336-02EB-619263111FD4}"/>
              </a:ext>
            </a:extLst>
          </p:cNvPr>
          <p:cNvSpPr txBox="1">
            <a:spLocks/>
          </p:cNvSpPr>
          <p:nvPr userDrawn="1"/>
        </p:nvSpPr>
        <p:spPr>
          <a:xfrm>
            <a:off x="9236099" y="6344546"/>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800" kern="1200">
                <a:solidFill>
                  <a:srgbClr val="ADB2B4"/>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F5B0F108-265F-7C49-89BA-25364F6A568C}" type="slidenum">
              <a:rPr kumimoji="1" lang="ko-KR" altLang="en-US" smtClean="0"/>
              <a:pPr/>
              <a:t>‹#›</a:t>
            </a:fld>
            <a:endParaRPr kumimoji="1" lang="ko-KR" altLang="en-US"/>
          </a:p>
        </p:txBody>
      </p:sp>
      <p:sp>
        <p:nvSpPr>
          <p:cNvPr id="11" name="TextBox 10">
            <a:extLst>
              <a:ext uri="{FF2B5EF4-FFF2-40B4-BE49-F238E27FC236}">
                <a16:creationId xmlns:a16="http://schemas.microsoft.com/office/drawing/2014/main" id="{294B2CA3-643F-D5BF-D782-4856912C1BC0}"/>
              </a:ext>
            </a:extLst>
          </p:cNvPr>
          <p:cNvSpPr txBox="1"/>
          <p:nvPr userDrawn="1"/>
        </p:nvSpPr>
        <p:spPr>
          <a:xfrm>
            <a:off x="419859" y="6418137"/>
            <a:ext cx="1782219" cy="223010"/>
          </a:xfrm>
          <a:prstGeom prst="rect">
            <a:avLst/>
          </a:prstGeom>
          <a:noFill/>
        </p:spPr>
        <p:txBody>
          <a:bodyPr wrap="none" rtlCol="0">
            <a:spAutoFit/>
          </a:bodyPr>
          <a:lstStyle/>
          <a:p>
            <a:pPr algn="l">
              <a:lnSpc>
                <a:spcPts val="1120"/>
              </a:lnSpc>
            </a:pPr>
            <a:r>
              <a:rPr lang="en-US" altLang="ko-KR" sz="700" spc="5">
                <a:solidFill>
                  <a:srgbClr val="C1C6C7"/>
                </a:solidFill>
                <a:latin typeface="NanumSquare Neo Regular" panose="020B0600000101010101" charset="-127"/>
                <a:ea typeface="NanumSquare Neo Regular" panose="020B0600000101010101" charset="-127"/>
              </a:rPr>
              <a:t>© 2025.Cosmax all</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rights</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reserved.</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hasCustomPrompt="1"/>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hasCustomPrompt="1"/>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D72A6C5D-1586-466F-A176-C4D04CD009F0}" type="datetimeFigureOut">
              <a:rPr lang="ko-KR" altLang="en-US" smtClean="0"/>
              <a:t>2026-04-03</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230E76E0-9845-4C11-9A6C-FC5A1DB6A79C}" type="slidenum">
              <a:rPr lang="ko-KR" altLang="en-US" smtClean="0"/>
              <a:t>‹#›</a:t>
            </a:fld>
            <a:endParaRPr lang="ko-KR" altLang="en-US"/>
          </a:p>
        </p:txBody>
      </p:sp>
      <p:sp>
        <p:nvSpPr>
          <p:cNvPr id="11" name="TextBox 10">
            <a:extLst>
              <a:ext uri="{FF2B5EF4-FFF2-40B4-BE49-F238E27FC236}">
                <a16:creationId xmlns:a16="http://schemas.microsoft.com/office/drawing/2014/main" id="{BB77B004-09FA-DA80-9E54-1D8CCD025D5F}"/>
              </a:ext>
            </a:extLst>
          </p:cNvPr>
          <p:cNvSpPr txBox="1"/>
          <p:nvPr userDrawn="1"/>
        </p:nvSpPr>
        <p:spPr>
          <a:xfrm>
            <a:off x="10307725" y="6420958"/>
            <a:ext cx="1446871" cy="217945"/>
          </a:xfrm>
          <a:prstGeom prst="rect">
            <a:avLst/>
          </a:prstGeom>
          <a:noFill/>
        </p:spPr>
        <p:txBody>
          <a:bodyPr wrap="none" rtlCol="0">
            <a:spAutoFit/>
          </a:bodyPr>
          <a:lstStyle/>
          <a:p>
            <a:pPr algn="r">
              <a:lnSpc>
                <a:spcPts val="1120"/>
              </a:lnSpc>
            </a:pPr>
            <a:r>
              <a:rPr lang="en-US" altLang="ko-KR" sz="700" spc="5">
                <a:solidFill>
                  <a:srgbClr val="C1C6C7"/>
                </a:solidFill>
                <a:latin typeface="EH Normal Thin" panose="00000500000000000000" pitchFamily="50" charset="0"/>
              </a:rPr>
              <a:t>CONFIDENTIAL DOCUMENT</a:t>
            </a:r>
          </a:p>
        </p:txBody>
      </p:sp>
      <p:sp>
        <p:nvSpPr>
          <p:cNvPr id="12" name="슬라이드 번호 개체 틀 15">
            <a:extLst>
              <a:ext uri="{FF2B5EF4-FFF2-40B4-BE49-F238E27FC236}">
                <a16:creationId xmlns:a16="http://schemas.microsoft.com/office/drawing/2014/main" id="{C3F0B87B-A347-293C-5490-3FAD9B51B40D}"/>
              </a:ext>
            </a:extLst>
          </p:cNvPr>
          <p:cNvSpPr txBox="1">
            <a:spLocks/>
          </p:cNvSpPr>
          <p:nvPr userDrawn="1"/>
        </p:nvSpPr>
        <p:spPr>
          <a:xfrm>
            <a:off x="9236099" y="6344546"/>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800" kern="1200">
                <a:solidFill>
                  <a:srgbClr val="ADB2B4"/>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F5B0F108-265F-7C49-89BA-25364F6A568C}" type="slidenum">
              <a:rPr kumimoji="1" lang="ko-KR" altLang="en-US" smtClean="0"/>
              <a:pPr/>
              <a:t>‹#›</a:t>
            </a:fld>
            <a:endParaRPr kumimoji="1" lang="ko-KR" altLang="en-US"/>
          </a:p>
        </p:txBody>
      </p:sp>
      <p:sp>
        <p:nvSpPr>
          <p:cNvPr id="13" name="TextBox 12">
            <a:extLst>
              <a:ext uri="{FF2B5EF4-FFF2-40B4-BE49-F238E27FC236}">
                <a16:creationId xmlns:a16="http://schemas.microsoft.com/office/drawing/2014/main" id="{CE1F9347-DF9A-53D1-5492-63C2E6724BA3}"/>
              </a:ext>
            </a:extLst>
          </p:cNvPr>
          <p:cNvSpPr txBox="1"/>
          <p:nvPr userDrawn="1"/>
        </p:nvSpPr>
        <p:spPr>
          <a:xfrm>
            <a:off x="419859" y="6418137"/>
            <a:ext cx="1782219" cy="223010"/>
          </a:xfrm>
          <a:prstGeom prst="rect">
            <a:avLst/>
          </a:prstGeom>
          <a:noFill/>
        </p:spPr>
        <p:txBody>
          <a:bodyPr wrap="none" rtlCol="0">
            <a:spAutoFit/>
          </a:bodyPr>
          <a:lstStyle/>
          <a:p>
            <a:pPr algn="l">
              <a:lnSpc>
                <a:spcPts val="1120"/>
              </a:lnSpc>
            </a:pPr>
            <a:r>
              <a:rPr lang="en-US" altLang="ko-KR" sz="700" spc="5">
                <a:solidFill>
                  <a:srgbClr val="C1C6C7"/>
                </a:solidFill>
                <a:latin typeface="NanumSquare Neo Regular" panose="020B0600000101010101" charset="-127"/>
                <a:ea typeface="NanumSquare Neo Regular" panose="020B0600000101010101" charset="-127"/>
              </a:rPr>
              <a:t>© 2025.Cosmax all</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rights</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reserved.</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hasCustomPrompt="1"/>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D72A6C5D-1586-466F-A176-C4D04CD009F0}" type="datetimeFigureOut">
              <a:rPr lang="ko-KR" altLang="en-US" smtClean="0"/>
              <a:t>2026-04-03</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230E76E0-9845-4C11-9A6C-FC5A1DB6A79C}" type="slidenum">
              <a:rPr lang="ko-KR" altLang="en-US" smtClean="0"/>
              <a:t>‹#›</a:t>
            </a:fld>
            <a:endParaRPr lang="ko-KR" altLang="en-US"/>
          </a:p>
        </p:txBody>
      </p:sp>
      <p:sp>
        <p:nvSpPr>
          <p:cNvPr id="7" name="TextBox 6">
            <a:extLst>
              <a:ext uri="{FF2B5EF4-FFF2-40B4-BE49-F238E27FC236}">
                <a16:creationId xmlns:a16="http://schemas.microsoft.com/office/drawing/2014/main" id="{0899E7CC-4271-234B-F9BB-A8CFBBAB6458}"/>
              </a:ext>
            </a:extLst>
          </p:cNvPr>
          <p:cNvSpPr txBox="1"/>
          <p:nvPr userDrawn="1"/>
        </p:nvSpPr>
        <p:spPr>
          <a:xfrm>
            <a:off x="10307725" y="6420958"/>
            <a:ext cx="1446871" cy="217945"/>
          </a:xfrm>
          <a:prstGeom prst="rect">
            <a:avLst/>
          </a:prstGeom>
          <a:noFill/>
        </p:spPr>
        <p:txBody>
          <a:bodyPr wrap="none" rtlCol="0">
            <a:spAutoFit/>
          </a:bodyPr>
          <a:lstStyle/>
          <a:p>
            <a:pPr algn="r">
              <a:lnSpc>
                <a:spcPts val="1120"/>
              </a:lnSpc>
            </a:pPr>
            <a:r>
              <a:rPr lang="en-US" altLang="ko-KR" sz="700" spc="5">
                <a:solidFill>
                  <a:srgbClr val="C1C6C7"/>
                </a:solidFill>
                <a:latin typeface="EH Normal Thin" panose="00000500000000000000" pitchFamily="50" charset="0"/>
              </a:rPr>
              <a:t>CONFIDENTIAL DOCUMENT</a:t>
            </a:r>
          </a:p>
        </p:txBody>
      </p:sp>
      <p:sp>
        <p:nvSpPr>
          <p:cNvPr id="8" name="슬라이드 번호 개체 틀 15">
            <a:extLst>
              <a:ext uri="{FF2B5EF4-FFF2-40B4-BE49-F238E27FC236}">
                <a16:creationId xmlns:a16="http://schemas.microsoft.com/office/drawing/2014/main" id="{D9CA6B49-DBD0-72B5-37AE-B99052E3E4F8}"/>
              </a:ext>
            </a:extLst>
          </p:cNvPr>
          <p:cNvSpPr txBox="1">
            <a:spLocks/>
          </p:cNvSpPr>
          <p:nvPr userDrawn="1"/>
        </p:nvSpPr>
        <p:spPr>
          <a:xfrm>
            <a:off x="9236099" y="6344546"/>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800" kern="1200">
                <a:solidFill>
                  <a:srgbClr val="ADB2B4"/>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F5B0F108-265F-7C49-89BA-25364F6A568C}" type="slidenum">
              <a:rPr kumimoji="1" lang="ko-KR" altLang="en-US" smtClean="0"/>
              <a:pPr/>
              <a:t>‹#›</a:t>
            </a:fld>
            <a:endParaRPr kumimoji="1" lang="ko-KR" altLang="en-US"/>
          </a:p>
        </p:txBody>
      </p:sp>
      <p:sp>
        <p:nvSpPr>
          <p:cNvPr id="9" name="TextBox 8">
            <a:extLst>
              <a:ext uri="{FF2B5EF4-FFF2-40B4-BE49-F238E27FC236}">
                <a16:creationId xmlns:a16="http://schemas.microsoft.com/office/drawing/2014/main" id="{6C99F4AE-2B34-D634-312C-92A43A7EE554}"/>
              </a:ext>
            </a:extLst>
          </p:cNvPr>
          <p:cNvSpPr txBox="1"/>
          <p:nvPr userDrawn="1"/>
        </p:nvSpPr>
        <p:spPr>
          <a:xfrm>
            <a:off x="419859" y="6418137"/>
            <a:ext cx="1782219" cy="223010"/>
          </a:xfrm>
          <a:prstGeom prst="rect">
            <a:avLst/>
          </a:prstGeom>
          <a:noFill/>
        </p:spPr>
        <p:txBody>
          <a:bodyPr wrap="none" rtlCol="0">
            <a:spAutoFit/>
          </a:bodyPr>
          <a:lstStyle/>
          <a:p>
            <a:pPr algn="l">
              <a:lnSpc>
                <a:spcPts val="1120"/>
              </a:lnSpc>
            </a:pPr>
            <a:r>
              <a:rPr lang="en-US" altLang="ko-KR" sz="700" spc="5">
                <a:solidFill>
                  <a:srgbClr val="C1C6C7"/>
                </a:solidFill>
                <a:latin typeface="NanumSquare Neo Regular" panose="020B0600000101010101" charset="-127"/>
                <a:ea typeface="NanumSquare Neo Regular" panose="020B0600000101010101" charset="-127"/>
              </a:rPr>
              <a:t>© 2025.Cosmax all</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rights</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reserved.</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D72A6C5D-1586-466F-A176-C4D04CD009F0}" type="datetimeFigureOut">
              <a:rPr lang="ko-KR" altLang="en-US" smtClean="0"/>
              <a:t>2026-04-03</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230E76E0-9845-4C11-9A6C-FC5A1DB6A79C}" type="slidenum">
              <a:rPr lang="ko-KR" altLang="en-US" smtClean="0"/>
              <a:t>‹#›</a:t>
            </a:fld>
            <a:endParaRPr lang="ko-KR" altLang="en-US"/>
          </a:p>
        </p:txBody>
      </p:sp>
      <p:sp>
        <p:nvSpPr>
          <p:cNvPr id="6" name="TextBox 5">
            <a:extLst>
              <a:ext uri="{FF2B5EF4-FFF2-40B4-BE49-F238E27FC236}">
                <a16:creationId xmlns:a16="http://schemas.microsoft.com/office/drawing/2014/main" id="{EF19DE1A-BCC0-9D9B-729D-99C4F2CA84E9}"/>
              </a:ext>
            </a:extLst>
          </p:cNvPr>
          <p:cNvSpPr txBox="1"/>
          <p:nvPr userDrawn="1"/>
        </p:nvSpPr>
        <p:spPr>
          <a:xfrm>
            <a:off x="10307725" y="6420958"/>
            <a:ext cx="1446871" cy="217945"/>
          </a:xfrm>
          <a:prstGeom prst="rect">
            <a:avLst/>
          </a:prstGeom>
          <a:noFill/>
        </p:spPr>
        <p:txBody>
          <a:bodyPr wrap="none" rtlCol="0">
            <a:spAutoFit/>
          </a:bodyPr>
          <a:lstStyle/>
          <a:p>
            <a:pPr algn="r">
              <a:lnSpc>
                <a:spcPts val="1120"/>
              </a:lnSpc>
            </a:pPr>
            <a:r>
              <a:rPr lang="en-US" altLang="ko-KR" sz="700" spc="5">
                <a:solidFill>
                  <a:srgbClr val="C1C6C7"/>
                </a:solidFill>
                <a:latin typeface="EH Normal Thin" panose="00000500000000000000" pitchFamily="50" charset="0"/>
              </a:rPr>
              <a:t>CONFIDENTIAL DOCUMENT</a:t>
            </a:r>
          </a:p>
        </p:txBody>
      </p:sp>
      <p:sp>
        <p:nvSpPr>
          <p:cNvPr id="7" name="슬라이드 번호 개체 틀 15">
            <a:extLst>
              <a:ext uri="{FF2B5EF4-FFF2-40B4-BE49-F238E27FC236}">
                <a16:creationId xmlns:a16="http://schemas.microsoft.com/office/drawing/2014/main" id="{991F302F-43F5-4344-C913-33FCCEE057C7}"/>
              </a:ext>
            </a:extLst>
          </p:cNvPr>
          <p:cNvSpPr txBox="1">
            <a:spLocks/>
          </p:cNvSpPr>
          <p:nvPr userDrawn="1"/>
        </p:nvSpPr>
        <p:spPr>
          <a:xfrm>
            <a:off x="9236099" y="6344546"/>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800" kern="1200">
                <a:solidFill>
                  <a:srgbClr val="ADB2B4"/>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F5B0F108-265F-7C49-89BA-25364F6A568C}" type="slidenum">
              <a:rPr kumimoji="1" lang="ko-KR" altLang="en-US" smtClean="0"/>
              <a:pPr/>
              <a:t>‹#›</a:t>
            </a:fld>
            <a:endParaRPr kumimoji="1" lang="ko-KR" altLang="en-US"/>
          </a:p>
        </p:txBody>
      </p:sp>
      <p:sp>
        <p:nvSpPr>
          <p:cNvPr id="8" name="TextBox 7">
            <a:extLst>
              <a:ext uri="{FF2B5EF4-FFF2-40B4-BE49-F238E27FC236}">
                <a16:creationId xmlns:a16="http://schemas.microsoft.com/office/drawing/2014/main" id="{24F429FC-4822-A17F-5441-E8B87E774307}"/>
              </a:ext>
            </a:extLst>
          </p:cNvPr>
          <p:cNvSpPr txBox="1"/>
          <p:nvPr userDrawn="1"/>
        </p:nvSpPr>
        <p:spPr>
          <a:xfrm>
            <a:off x="419859" y="6418137"/>
            <a:ext cx="1782219" cy="223010"/>
          </a:xfrm>
          <a:prstGeom prst="rect">
            <a:avLst/>
          </a:prstGeom>
          <a:noFill/>
        </p:spPr>
        <p:txBody>
          <a:bodyPr wrap="none" rtlCol="0">
            <a:spAutoFit/>
          </a:bodyPr>
          <a:lstStyle/>
          <a:p>
            <a:pPr algn="l">
              <a:lnSpc>
                <a:spcPts val="1120"/>
              </a:lnSpc>
            </a:pPr>
            <a:r>
              <a:rPr lang="en-US" altLang="ko-KR" sz="700" spc="5">
                <a:solidFill>
                  <a:srgbClr val="C1C6C7"/>
                </a:solidFill>
                <a:latin typeface="NanumSquare Neo Regular" panose="020B0600000101010101" charset="-127"/>
                <a:ea typeface="NanumSquare Neo Regular" panose="020B0600000101010101" charset="-127"/>
              </a:rPr>
              <a:t>© 2025.Cosmax all</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rights</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reserved.</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D72A6C5D-1586-466F-A176-C4D04CD009F0}" type="datetimeFigureOut">
              <a:rPr lang="ko-KR" altLang="en-US" smtClean="0"/>
              <a:t>2026-04-03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30E76E0-9845-4C11-9A6C-FC5A1DB6A79C}" type="slidenum">
              <a:rPr lang="ko-KR" altLang="en-US" smtClean="0"/>
              <a:t>‹#›</a:t>
            </a:fld>
            <a:endParaRPr lang="ko-KR" altLang="en-US"/>
          </a:p>
        </p:txBody>
      </p:sp>
      <p:sp>
        <p:nvSpPr>
          <p:cNvPr id="9" name="TextBox 8">
            <a:extLst>
              <a:ext uri="{FF2B5EF4-FFF2-40B4-BE49-F238E27FC236}">
                <a16:creationId xmlns:a16="http://schemas.microsoft.com/office/drawing/2014/main" id="{45B5B5EF-D78F-1FFF-742C-EE615C5F36E0}"/>
              </a:ext>
            </a:extLst>
          </p:cNvPr>
          <p:cNvSpPr txBox="1"/>
          <p:nvPr userDrawn="1"/>
        </p:nvSpPr>
        <p:spPr>
          <a:xfrm>
            <a:off x="10307725" y="6420958"/>
            <a:ext cx="1446871" cy="217945"/>
          </a:xfrm>
          <a:prstGeom prst="rect">
            <a:avLst/>
          </a:prstGeom>
          <a:noFill/>
        </p:spPr>
        <p:txBody>
          <a:bodyPr wrap="none" rtlCol="0">
            <a:spAutoFit/>
          </a:bodyPr>
          <a:lstStyle/>
          <a:p>
            <a:pPr algn="r">
              <a:lnSpc>
                <a:spcPts val="1120"/>
              </a:lnSpc>
            </a:pPr>
            <a:r>
              <a:rPr lang="en-US" altLang="ko-KR" sz="700" spc="5">
                <a:solidFill>
                  <a:srgbClr val="C1C6C7"/>
                </a:solidFill>
                <a:latin typeface="EH Normal Thin" panose="00000500000000000000" pitchFamily="50" charset="0"/>
              </a:rPr>
              <a:t>CONFIDENTIAL DOCUMENT</a:t>
            </a:r>
          </a:p>
        </p:txBody>
      </p:sp>
      <p:sp>
        <p:nvSpPr>
          <p:cNvPr id="10" name="슬라이드 번호 개체 틀 15">
            <a:extLst>
              <a:ext uri="{FF2B5EF4-FFF2-40B4-BE49-F238E27FC236}">
                <a16:creationId xmlns:a16="http://schemas.microsoft.com/office/drawing/2014/main" id="{3DB578AF-11E6-AE3B-5B44-FC0451D78497}"/>
              </a:ext>
            </a:extLst>
          </p:cNvPr>
          <p:cNvSpPr txBox="1">
            <a:spLocks/>
          </p:cNvSpPr>
          <p:nvPr userDrawn="1"/>
        </p:nvSpPr>
        <p:spPr>
          <a:xfrm>
            <a:off x="9236099" y="6344546"/>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800" kern="1200">
                <a:solidFill>
                  <a:srgbClr val="ADB2B4"/>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F5B0F108-265F-7C49-89BA-25364F6A568C}" type="slidenum">
              <a:rPr kumimoji="1" lang="ko-KR" altLang="en-US" smtClean="0"/>
              <a:pPr/>
              <a:t>‹#›</a:t>
            </a:fld>
            <a:endParaRPr kumimoji="1" lang="ko-KR" altLang="en-US"/>
          </a:p>
        </p:txBody>
      </p:sp>
      <p:sp>
        <p:nvSpPr>
          <p:cNvPr id="11" name="TextBox 10">
            <a:extLst>
              <a:ext uri="{FF2B5EF4-FFF2-40B4-BE49-F238E27FC236}">
                <a16:creationId xmlns:a16="http://schemas.microsoft.com/office/drawing/2014/main" id="{F014AFE3-4D41-33CB-7F11-44AE524C79E3}"/>
              </a:ext>
            </a:extLst>
          </p:cNvPr>
          <p:cNvSpPr txBox="1"/>
          <p:nvPr userDrawn="1"/>
        </p:nvSpPr>
        <p:spPr>
          <a:xfrm>
            <a:off x="419859" y="6418137"/>
            <a:ext cx="1782219" cy="223010"/>
          </a:xfrm>
          <a:prstGeom prst="rect">
            <a:avLst/>
          </a:prstGeom>
          <a:noFill/>
        </p:spPr>
        <p:txBody>
          <a:bodyPr wrap="none" rtlCol="0">
            <a:spAutoFit/>
          </a:bodyPr>
          <a:lstStyle/>
          <a:p>
            <a:pPr algn="l">
              <a:lnSpc>
                <a:spcPts val="1120"/>
              </a:lnSpc>
            </a:pPr>
            <a:r>
              <a:rPr lang="en-US" altLang="ko-KR" sz="700" spc="5">
                <a:solidFill>
                  <a:srgbClr val="C1C6C7"/>
                </a:solidFill>
                <a:latin typeface="NanumSquare Neo Regular" panose="020B0600000101010101" charset="-127"/>
                <a:ea typeface="NanumSquare Neo Regular" panose="020B0600000101010101" charset="-127"/>
              </a:rPr>
              <a:t>© 2025.Cosmax all</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rights</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reserved.</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D72A6C5D-1586-466F-A176-C4D04CD009F0}" type="datetimeFigureOut">
              <a:rPr lang="ko-KR" altLang="en-US" smtClean="0"/>
              <a:t>2026-04-03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30E76E0-9845-4C11-9A6C-FC5A1DB6A79C}" type="slidenum">
              <a:rPr lang="ko-KR" altLang="en-US" smtClean="0"/>
              <a:t>‹#›</a:t>
            </a:fld>
            <a:endParaRPr lang="ko-KR" altLang="en-US"/>
          </a:p>
        </p:txBody>
      </p:sp>
      <p:sp>
        <p:nvSpPr>
          <p:cNvPr id="9" name="TextBox 8">
            <a:extLst>
              <a:ext uri="{FF2B5EF4-FFF2-40B4-BE49-F238E27FC236}">
                <a16:creationId xmlns:a16="http://schemas.microsoft.com/office/drawing/2014/main" id="{8D4D2188-0700-7730-01AD-0B8751D2D54E}"/>
              </a:ext>
            </a:extLst>
          </p:cNvPr>
          <p:cNvSpPr txBox="1"/>
          <p:nvPr userDrawn="1"/>
        </p:nvSpPr>
        <p:spPr>
          <a:xfrm>
            <a:off x="10307725" y="6420958"/>
            <a:ext cx="1446871" cy="217945"/>
          </a:xfrm>
          <a:prstGeom prst="rect">
            <a:avLst/>
          </a:prstGeom>
          <a:noFill/>
        </p:spPr>
        <p:txBody>
          <a:bodyPr wrap="none" rtlCol="0">
            <a:spAutoFit/>
          </a:bodyPr>
          <a:lstStyle/>
          <a:p>
            <a:pPr algn="r">
              <a:lnSpc>
                <a:spcPts val="1120"/>
              </a:lnSpc>
            </a:pPr>
            <a:r>
              <a:rPr lang="en-US" altLang="ko-KR" sz="700" spc="5">
                <a:solidFill>
                  <a:srgbClr val="C1C6C7"/>
                </a:solidFill>
                <a:latin typeface="EH Normal Thin" panose="00000500000000000000" pitchFamily="50" charset="0"/>
              </a:rPr>
              <a:t>CONFIDENTIAL DOCUMENT</a:t>
            </a:r>
          </a:p>
        </p:txBody>
      </p:sp>
      <p:sp>
        <p:nvSpPr>
          <p:cNvPr id="10" name="슬라이드 번호 개체 틀 15">
            <a:extLst>
              <a:ext uri="{FF2B5EF4-FFF2-40B4-BE49-F238E27FC236}">
                <a16:creationId xmlns:a16="http://schemas.microsoft.com/office/drawing/2014/main" id="{388E2D79-0371-CBC6-64F2-99B62F1E976E}"/>
              </a:ext>
            </a:extLst>
          </p:cNvPr>
          <p:cNvSpPr txBox="1">
            <a:spLocks/>
          </p:cNvSpPr>
          <p:nvPr userDrawn="1"/>
        </p:nvSpPr>
        <p:spPr>
          <a:xfrm>
            <a:off x="9236099" y="6344546"/>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800" kern="1200">
                <a:solidFill>
                  <a:srgbClr val="ADB2B4"/>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F5B0F108-265F-7C49-89BA-25364F6A568C}" type="slidenum">
              <a:rPr kumimoji="1" lang="ko-KR" altLang="en-US" smtClean="0"/>
              <a:pPr/>
              <a:t>‹#›</a:t>
            </a:fld>
            <a:endParaRPr kumimoji="1" lang="ko-KR" altLang="en-US"/>
          </a:p>
        </p:txBody>
      </p:sp>
      <p:sp>
        <p:nvSpPr>
          <p:cNvPr id="11" name="TextBox 10">
            <a:extLst>
              <a:ext uri="{FF2B5EF4-FFF2-40B4-BE49-F238E27FC236}">
                <a16:creationId xmlns:a16="http://schemas.microsoft.com/office/drawing/2014/main" id="{79F0DDC6-6296-0470-03D2-F6B941734FF8}"/>
              </a:ext>
            </a:extLst>
          </p:cNvPr>
          <p:cNvSpPr txBox="1"/>
          <p:nvPr userDrawn="1"/>
        </p:nvSpPr>
        <p:spPr>
          <a:xfrm>
            <a:off x="419859" y="6418137"/>
            <a:ext cx="1782219" cy="223010"/>
          </a:xfrm>
          <a:prstGeom prst="rect">
            <a:avLst/>
          </a:prstGeom>
          <a:noFill/>
        </p:spPr>
        <p:txBody>
          <a:bodyPr wrap="none" rtlCol="0">
            <a:spAutoFit/>
          </a:bodyPr>
          <a:lstStyle/>
          <a:p>
            <a:pPr algn="l">
              <a:lnSpc>
                <a:spcPts val="1120"/>
              </a:lnSpc>
            </a:pPr>
            <a:r>
              <a:rPr lang="en-US" altLang="ko-KR" sz="700" spc="5">
                <a:solidFill>
                  <a:srgbClr val="C1C6C7"/>
                </a:solidFill>
                <a:latin typeface="NanumSquare Neo Regular" panose="020B0600000101010101" charset="-127"/>
                <a:ea typeface="NanumSquare Neo Regular" panose="020B0600000101010101" charset="-127"/>
              </a:rPr>
              <a:t>© 2025.Cosmax all</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rights</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reserved.</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hasCustomPrompt="1"/>
          </p:nvPr>
        </p:nvSpPr>
        <p:spPr/>
        <p:txBody>
          <a:bodyPr/>
          <a:lstStyle/>
          <a:p>
            <a:r>
              <a:rPr lang="ko-KR" altLang="en-US"/>
              <a:t>마스터 제목 스타일 편집</a:t>
            </a:r>
          </a:p>
        </p:txBody>
      </p:sp>
      <p:sp>
        <p:nvSpPr>
          <p:cNvPr id="3" name="세로 텍스트 개체 틀 2"/>
          <p:cNvSpPr>
            <a:spLocks noGrp="1"/>
          </p:cNvSpPr>
          <p:nvPr>
            <p:ph type="body" orient="vert" idx="1" hasCustomPrompt="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72A6C5D-1586-466F-A176-C4D04CD009F0}" type="datetimeFigureOut">
              <a:rPr lang="ko-KR" altLang="en-US" smtClean="0"/>
              <a:t>2026-04-03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30E76E0-9845-4C11-9A6C-FC5A1DB6A79C}" type="slidenum">
              <a:rPr lang="ko-KR" altLang="en-US" smtClean="0"/>
              <a:t>‹#›</a:t>
            </a:fld>
            <a:endParaRPr lang="ko-KR" altLang="en-US"/>
          </a:p>
        </p:txBody>
      </p:sp>
      <p:sp>
        <p:nvSpPr>
          <p:cNvPr id="8" name="TextBox 7">
            <a:extLst>
              <a:ext uri="{FF2B5EF4-FFF2-40B4-BE49-F238E27FC236}">
                <a16:creationId xmlns:a16="http://schemas.microsoft.com/office/drawing/2014/main" id="{D08D5F7B-EC18-4C32-E1A6-BD9C588217DA}"/>
              </a:ext>
            </a:extLst>
          </p:cNvPr>
          <p:cNvSpPr txBox="1"/>
          <p:nvPr userDrawn="1"/>
        </p:nvSpPr>
        <p:spPr>
          <a:xfrm>
            <a:off x="10307725" y="6420958"/>
            <a:ext cx="1446871" cy="217945"/>
          </a:xfrm>
          <a:prstGeom prst="rect">
            <a:avLst/>
          </a:prstGeom>
          <a:noFill/>
        </p:spPr>
        <p:txBody>
          <a:bodyPr wrap="none" rtlCol="0">
            <a:spAutoFit/>
          </a:bodyPr>
          <a:lstStyle/>
          <a:p>
            <a:pPr algn="r">
              <a:lnSpc>
                <a:spcPts val="1120"/>
              </a:lnSpc>
            </a:pPr>
            <a:r>
              <a:rPr lang="en-US" altLang="ko-KR" sz="700" spc="5">
                <a:solidFill>
                  <a:srgbClr val="C1C6C7"/>
                </a:solidFill>
                <a:latin typeface="EH Normal Thin" panose="00000500000000000000" pitchFamily="50" charset="0"/>
              </a:rPr>
              <a:t>CONFIDENTIAL DOCUMENT</a:t>
            </a:r>
          </a:p>
        </p:txBody>
      </p:sp>
      <p:sp>
        <p:nvSpPr>
          <p:cNvPr id="9" name="슬라이드 번호 개체 틀 15">
            <a:extLst>
              <a:ext uri="{FF2B5EF4-FFF2-40B4-BE49-F238E27FC236}">
                <a16:creationId xmlns:a16="http://schemas.microsoft.com/office/drawing/2014/main" id="{13F73ABD-B8B6-76AB-E3B2-FBEB073CA313}"/>
              </a:ext>
            </a:extLst>
          </p:cNvPr>
          <p:cNvSpPr txBox="1">
            <a:spLocks/>
          </p:cNvSpPr>
          <p:nvPr userDrawn="1"/>
        </p:nvSpPr>
        <p:spPr>
          <a:xfrm>
            <a:off x="9236099" y="6344546"/>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800" kern="1200">
                <a:solidFill>
                  <a:srgbClr val="ADB2B4"/>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F5B0F108-265F-7C49-89BA-25364F6A568C}" type="slidenum">
              <a:rPr kumimoji="1" lang="ko-KR" altLang="en-US" smtClean="0"/>
              <a:pPr/>
              <a:t>‹#›</a:t>
            </a:fld>
            <a:endParaRPr kumimoji="1" lang="ko-KR" altLang="en-US"/>
          </a:p>
        </p:txBody>
      </p:sp>
      <p:sp>
        <p:nvSpPr>
          <p:cNvPr id="10" name="TextBox 9">
            <a:extLst>
              <a:ext uri="{FF2B5EF4-FFF2-40B4-BE49-F238E27FC236}">
                <a16:creationId xmlns:a16="http://schemas.microsoft.com/office/drawing/2014/main" id="{12C334F2-8A68-E389-EA72-A0AF57C0C5D6}"/>
              </a:ext>
            </a:extLst>
          </p:cNvPr>
          <p:cNvSpPr txBox="1"/>
          <p:nvPr userDrawn="1"/>
        </p:nvSpPr>
        <p:spPr>
          <a:xfrm>
            <a:off x="419859" y="6418137"/>
            <a:ext cx="1782219" cy="223010"/>
          </a:xfrm>
          <a:prstGeom prst="rect">
            <a:avLst/>
          </a:prstGeom>
          <a:noFill/>
        </p:spPr>
        <p:txBody>
          <a:bodyPr wrap="none" rtlCol="0">
            <a:spAutoFit/>
          </a:bodyPr>
          <a:lstStyle/>
          <a:p>
            <a:pPr algn="l">
              <a:lnSpc>
                <a:spcPts val="1120"/>
              </a:lnSpc>
            </a:pPr>
            <a:r>
              <a:rPr lang="en-US" altLang="ko-KR" sz="700" spc="5">
                <a:solidFill>
                  <a:srgbClr val="C1C6C7"/>
                </a:solidFill>
                <a:latin typeface="NanumSquare Neo Regular" panose="020B0600000101010101" charset="-127"/>
                <a:ea typeface="NanumSquare Neo Regular" panose="020B0600000101010101" charset="-127"/>
              </a:rPr>
              <a:t>© 2025.Cosmax all</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rights</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reserved.</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hasCustomPrompt="1"/>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hasCustomPrompt="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72A6C5D-1586-466F-A176-C4D04CD009F0}" type="datetimeFigureOut">
              <a:rPr lang="ko-KR" altLang="en-US" smtClean="0"/>
              <a:t>2026-04-03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30E76E0-9845-4C11-9A6C-FC5A1DB6A79C}" type="slidenum">
              <a:rPr lang="ko-KR" altLang="en-US" smtClean="0"/>
              <a:t>‹#›</a:t>
            </a:fld>
            <a:endParaRPr lang="ko-KR" altLang="en-US"/>
          </a:p>
        </p:txBody>
      </p:sp>
      <p:sp>
        <p:nvSpPr>
          <p:cNvPr id="8" name="TextBox 7">
            <a:extLst>
              <a:ext uri="{FF2B5EF4-FFF2-40B4-BE49-F238E27FC236}">
                <a16:creationId xmlns:a16="http://schemas.microsoft.com/office/drawing/2014/main" id="{0B93CEF2-F904-EAF3-DE2E-33E3DA154F5A}"/>
              </a:ext>
            </a:extLst>
          </p:cNvPr>
          <p:cNvSpPr txBox="1"/>
          <p:nvPr userDrawn="1"/>
        </p:nvSpPr>
        <p:spPr>
          <a:xfrm>
            <a:off x="10307725" y="6420958"/>
            <a:ext cx="1446871" cy="217945"/>
          </a:xfrm>
          <a:prstGeom prst="rect">
            <a:avLst/>
          </a:prstGeom>
          <a:noFill/>
        </p:spPr>
        <p:txBody>
          <a:bodyPr wrap="none" rtlCol="0">
            <a:spAutoFit/>
          </a:bodyPr>
          <a:lstStyle/>
          <a:p>
            <a:pPr algn="r">
              <a:lnSpc>
                <a:spcPts val="1120"/>
              </a:lnSpc>
            </a:pPr>
            <a:r>
              <a:rPr lang="en-US" altLang="ko-KR" sz="700" spc="5">
                <a:solidFill>
                  <a:srgbClr val="C1C6C7"/>
                </a:solidFill>
                <a:latin typeface="EH Normal Thin" panose="00000500000000000000" pitchFamily="50" charset="0"/>
              </a:rPr>
              <a:t>CONFIDENTIAL DOCUMENT</a:t>
            </a:r>
          </a:p>
        </p:txBody>
      </p:sp>
      <p:sp>
        <p:nvSpPr>
          <p:cNvPr id="9" name="슬라이드 번호 개체 틀 15">
            <a:extLst>
              <a:ext uri="{FF2B5EF4-FFF2-40B4-BE49-F238E27FC236}">
                <a16:creationId xmlns:a16="http://schemas.microsoft.com/office/drawing/2014/main" id="{9AD4F78F-AA98-065B-7D83-EC2429D73B50}"/>
              </a:ext>
            </a:extLst>
          </p:cNvPr>
          <p:cNvSpPr txBox="1">
            <a:spLocks/>
          </p:cNvSpPr>
          <p:nvPr userDrawn="1"/>
        </p:nvSpPr>
        <p:spPr>
          <a:xfrm>
            <a:off x="9236099" y="6344546"/>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800" kern="1200">
                <a:solidFill>
                  <a:srgbClr val="ADB2B4"/>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F5B0F108-265F-7C49-89BA-25364F6A568C}" type="slidenum">
              <a:rPr kumimoji="1" lang="ko-KR" altLang="en-US" smtClean="0"/>
              <a:pPr/>
              <a:t>‹#›</a:t>
            </a:fld>
            <a:endParaRPr kumimoji="1" lang="ko-KR" altLang="en-US"/>
          </a:p>
        </p:txBody>
      </p:sp>
      <p:sp>
        <p:nvSpPr>
          <p:cNvPr id="10" name="TextBox 9">
            <a:extLst>
              <a:ext uri="{FF2B5EF4-FFF2-40B4-BE49-F238E27FC236}">
                <a16:creationId xmlns:a16="http://schemas.microsoft.com/office/drawing/2014/main" id="{C1661D60-837C-0F38-A0D7-FE763B168C30}"/>
              </a:ext>
            </a:extLst>
          </p:cNvPr>
          <p:cNvSpPr txBox="1"/>
          <p:nvPr userDrawn="1"/>
        </p:nvSpPr>
        <p:spPr>
          <a:xfrm>
            <a:off x="419859" y="6418137"/>
            <a:ext cx="1782219" cy="223010"/>
          </a:xfrm>
          <a:prstGeom prst="rect">
            <a:avLst/>
          </a:prstGeom>
          <a:noFill/>
        </p:spPr>
        <p:txBody>
          <a:bodyPr wrap="none" rtlCol="0">
            <a:spAutoFit/>
          </a:bodyPr>
          <a:lstStyle/>
          <a:p>
            <a:pPr algn="l">
              <a:lnSpc>
                <a:spcPts val="1120"/>
              </a:lnSpc>
            </a:pPr>
            <a:r>
              <a:rPr lang="en-US" altLang="ko-KR" sz="700" spc="5">
                <a:solidFill>
                  <a:srgbClr val="C1C6C7"/>
                </a:solidFill>
                <a:latin typeface="NanumSquare Neo Regular" panose="020B0600000101010101" charset="-127"/>
                <a:ea typeface="NanumSquare Neo Regular" panose="020B0600000101010101" charset="-127"/>
              </a:rPr>
              <a:t>© 2025.Cosmax all</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rights</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reserved.</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컨텐츠 제목 및 내용">
    <p:spTree>
      <p:nvGrpSpPr>
        <p:cNvPr id="1" name=""/>
        <p:cNvGrpSpPr/>
        <p:nvPr/>
      </p:nvGrpSpPr>
      <p:grpSpPr>
        <a:xfrm>
          <a:off x="0" y="0"/>
          <a:ext cx="0" cy="0"/>
          <a:chOff x="0" y="0"/>
          <a:chExt cx="0" cy="0"/>
        </a:xfrm>
      </p:grpSpPr>
      <p:sp>
        <p:nvSpPr>
          <p:cNvPr id="22" name="슬라이드 번호"/>
          <p:cNvSpPr txBox="1">
            <a:spLocks noGrp="1"/>
          </p:cNvSpPr>
          <p:nvPr>
            <p:ph type="sldNum" sz="quarter" idx="2"/>
          </p:nvPr>
        </p:nvSpPr>
        <p:spPr>
          <a:xfrm>
            <a:off x="182770" y="6603787"/>
            <a:ext cx="222175" cy="215444"/>
          </a:xfrm>
          <a:prstGeom prst="rect">
            <a:avLst/>
          </a:prstGeom>
        </p:spPr>
        <p:txBody>
          <a:bodyPr/>
          <a:lstStyle>
            <a:lvl1pPr>
              <a:defRPr sz="800">
                <a:solidFill>
                  <a:schemeClr val="tx1">
                    <a:lumMod val="75000"/>
                    <a:lumOff val="25000"/>
                  </a:schemeClr>
                </a:solidFill>
                <a:latin typeface="맑은 고딕" panose="020B0503020000020004" pitchFamily="50" charset="-127"/>
                <a:ea typeface="맑은 고딕" panose="020B0503020000020004" pitchFamily="50" charset="-127"/>
              </a:defRPr>
            </a:lvl1pPr>
          </a:lstStyle>
          <a:p>
            <a:fld id="{86CB4B4D-7CA3-9044-876B-883B54F8677D}" type="slidenum">
              <a:rPr lang="en-US" altLang="ko-KR" smtClean="0"/>
              <a:t>‹#›</a:t>
            </a:fld>
            <a:endParaRPr lang="ko-KR" altLang="en-US"/>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Proposal Page (3분할세로형)">
    <p:spTree>
      <p:nvGrpSpPr>
        <p:cNvPr id="1" name=""/>
        <p:cNvGrpSpPr/>
        <p:nvPr/>
      </p:nvGrpSpPr>
      <p:grpSpPr>
        <a:xfrm>
          <a:off x="0" y="0"/>
          <a:ext cx="0" cy="0"/>
          <a:chOff x="0" y="0"/>
          <a:chExt cx="0" cy="0"/>
        </a:xfrm>
      </p:grpSpPr>
      <p:sp>
        <p:nvSpPr>
          <p:cNvPr id="79" name="텍스트 개체 틀 27">
            <a:extLst>
              <a:ext uri="{FF2B5EF4-FFF2-40B4-BE49-F238E27FC236}">
                <a16:creationId xmlns:a16="http://schemas.microsoft.com/office/drawing/2014/main" id="{DF45E34A-5267-9DF3-5A36-8A671B3050B1}"/>
              </a:ext>
            </a:extLst>
          </p:cNvPr>
          <p:cNvSpPr>
            <a:spLocks noGrp="1"/>
          </p:cNvSpPr>
          <p:nvPr>
            <p:ph type="body" sz="quarter" idx="12" hasCustomPrompt="1"/>
          </p:nvPr>
        </p:nvSpPr>
        <p:spPr>
          <a:xfrm>
            <a:off x="397669" y="266700"/>
            <a:ext cx="2993226" cy="228600"/>
          </a:xfrm>
          <a:prstGeom prst="rect">
            <a:avLst/>
          </a:prstGeom>
        </p:spPr>
        <p:txBody>
          <a:bodyPr>
            <a:normAutofit/>
          </a:bodyPr>
          <a:lstStyle>
            <a:lvl1pPr marL="0" indent="0">
              <a:buNone/>
              <a:defRPr sz="1100"/>
            </a:lvl1pPr>
          </a:lstStyle>
          <a:p>
            <a:pPr lvl="0"/>
            <a:r>
              <a:rPr lang="en-US" altLang="ko-KR"/>
              <a:t>DOCUMENT TITLE</a:t>
            </a:r>
            <a:endParaRPr lang="ko-KR" altLang="en-US"/>
          </a:p>
        </p:txBody>
      </p:sp>
      <p:sp>
        <p:nvSpPr>
          <p:cNvPr id="89" name="그림 개체 틀 83">
            <a:extLst>
              <a:ext uri="{FF2B5EF4-FFF2-40B4-BE49-F238E27FC236}">
                <a16:creationId xmlns:a16="http://schemas.microsoft.com/office/drawing/2014/main" id="{3EE9FAB7-98BE-640E-4AD9-ED7845E289CD}"/>
              </a:ext>
            </a:extLst>
          </p:cNvPr>
          <p:cNvSpPr>
            <a:spLocks noGrp="1"/>
          </p:cNvSpPr>
          <p:nvPr>
            <p:ph type="pic" sz="quarter" idx="17"/>
          </p:nvPr>
        </p:nvSpPr>
        <p:spPr>
          <a:xfrm>
            <a:off x="657241" y="1834022"/>
            <a:ext cx="3102588" cy="3209226"/>
          </a:xfrm>
          <a:prstGeom prst="rect">
            <a:avLst/>
          </a:prstGeom>
        </p:spPr>
        <p:txBody>
          <a:bodyPr/>
          <a:lstStyle/>
          <a:p>
            <a:r>
              <a:rPr lang="ko-KR" altLang="en-US"/>
              <a:t>그림을 추가하려면 아이콘을 클릭하십시오</a:t>
            </a:r>
          </a:p>
        </p:txBody>
      </p:sp>
      <p:sp>
        <p:nvSpPr>
          <p:cNvPr id="90" name="텍스트 개체 틀 86">
            <a:extLst>
              <a:ext uri="{FF2B5EF4-FFF2-40B4-BE49-F238E27FC236}">
                <a16:creationId xmlns:a16="http://schemas.microsoft.com/office/drawing/2014/main" id="{9DC7DD8C-8465-D8C3-E6C0-ED15E2E90D20}"/>
              </a:ext>
            </a:extLst>
          </p:cNvPr>
          <p:cNvSpPr>
            <a:spLocks noGrp="1"/>
          </p:cNvSpPr>
          <p:nvPr>
            <p:ph type="body" sz="quarter" idx="18" hasCustomPrompt="1"/>
          </p:nvPr>
        </p:nvSpPr>
        <p:spPr>
          <a:xfrm>
            <a:off x="657241" y="5094889"/>
            <a:ext cx="3102588" cy="261274"/>
          </a:xfrm>
          <a:prstGeom prst="rect">
            <a:avLst/>
          </a:prstGeom>
        </p:spPr>
        <p:txBody>
          <a:bodyPr>
            <a:normAutofit/>
          </a:bodyPr>
          <a:lstStyle>
            <a:lvl1pPr marL="0" indent="0">
              <a:buNone/>
              <a:defRPr sz="1300"/>
            </a:lvl1pPr>
          </a:lstStyle>
          <a:p>
            <a:pPr lvl="0"/>
            <a:r>
              <a:rPr lang="en-US" altLang="ko-KR"/>
              <a:t>Theme Name/Category Name</a:t>
            </a:r>
          </a:p>
        </p:txBody>
      </p:sp>
      <p:sp>
        <p:nvSpPr>
          <p:cNvPr id="91" name="텍스트 개체 틀 86">
            <a:extLst>
              <a:ext uri="{FF2B5EF4-FFF2-40B4-BE49-F238E27FC236}">
                <a16:creationId xmlns:a16="http://schemas.microsoft.com/office/drawing/2014/main" id="{41258335-D236-0EFC-EB57-5E8F2683BF1E}"/>
              </a:ext>
            </a:extLst>
          </p:cNvPr>
          <p:cNvSpPr>
            <a:spLocks noGrp="1"/>
          </p:cNvSpPr>
          <p:nvPr>
            <p:ph type="body" sz="quarter" idx="19" hasCustomPrompt="1"/>
          </p:nvPr>
        </p:nvSpPr>
        <p:spPr>
          <a:xfrm>
            <a:off x="657240" y="5328444"/>
            <a:ext cx="3113220" cy="538956"/>
          </a:xfrm>
          <a:prstGeom prst="rect">
            <a:avLst/>
          </a:prstGeom>
        </p:spPr>
        <p:txBody>
          <a:bodyPr>
            <a:normAutofit/>
          </a:bodyPr>
          <a:lstStyle>
            <a:lvl1pPr marL="0" indent="0">
              <a:buNone/>
              <a:defRPr sz="1100">
                <a:solidFill>
                  <a:schemeClr val="bg1">
                    <a:lumMod val="50000"/>
                  </a:schemeClr>
                </a:solidFill>
              </a:defRPr>
            </a:lvl1pPr>
          </a:lstStyle>
          <a:p>
            <a:pPr lvl="0"/>
            <a:r>
              <a:rPr lang="en-US" altLang="ko-KR"/>
              <a:t>Description</a:t>
            </a:r>
          </a:p>
        </p:txBody>
      </p:sp>
      <p:sp>
        <p:nvSpPr>
          <p:cNvPr id="92" name="그림 개체 틀 83">
            <a:extLst>
              <a:ext uri="{FF2B5EF4-FFF2-40B4-BE49-F238E27FC236}">
                <a16:creationId xmlns:a16="http://schemas.microsoft.com/office/drawing/2014/main" id="{FC75F35A-8C5F-1CD6-8CB0-5569ED06B30A}"/>
              </a:ext>
            </a:extLst>
          </p:cNvPr>
          <p:cNvSpPr>
            <a:spLocks noGrp="1"/>
          </p:cNvSpPr>
          <p:nvPr>
            <p:ph type="pic" sz="quarter" idx="20"/>
          </p:nvPr>
        </p:nvSpPr>
        <p:spPr>
          <a:xfrm>
            <a:off x="4488851" y="1834022"/>
            <a:ext cx="3102588" cy="3209226"/>
          </a:xfrm>
          <a:prstGeom prst="rect">
            <a:avLst/>
          </a:prstGeom>
        </p:spPr>
        <p:txBody>
          <a:bodyPr/>
          <a:lstStyle/>
          <a:p>
            <a:r>
              <a:rPr lang="ko-KR" altLang="en-US"/>
              <a:t>그림을 추가하려면 아이콘을 클릭하십시오</a:t>
            </a:r>
          </a:p>
        </p:txBody>
      </p:sp>
      <p:sp>
        <p:nvSpPr>
          <p:cNvPr id="93" name="텍스트 개체 틀 86">
            <a:extLst>
              <a:ext uri="{FF2B5EF4-FFF2-40B4-BE49-F238E27FC236}">
                <a16:creationId xmlns:a16="http://schemas.microsoft.com/office/drawing/2014/main" id="{AF4AD10C-FCE4-E9BC-BAC9-7B7DC388D1B1}"/>
              </a:ext>
            </a:extLst>
          </p:cNvPr>
          <p:cNvSpPr>
            <a:spLocks noGrp="1"/>
          </p:cNvSpPr>
          <p:nvPr>
            <p:ph type="body" sz="quarter" idx="21" hasCustomPrompt="1"/>
          </p:nvPr>
        </p:nvSpPr>
        <p:spPr>
          <a:xfrm>
            <a:off x="4488851" y="5094889"/>
            <a:ext cx="3102588" cy="261274"/>
          </a:xfrm>
          <a:prstGeom prst="rect">
            <a:avLst/>
          </a:prstGeom>
        </p:spPr>
        <p:txBody>
          <a:bodyPr>
            <a:normAutofit/>
          </a:bodyPr>
          <a:lstStyle>
            <a:lvl1pPr marL="0" indent="0">
              <a:buNone/>
              <a:defRPr sz="1300"/>
            </a:lvl1pPr>
          </a:lstStyle>
          <a:p>
            <a:pPr lvl="0"/>
            <a:r>
              <a:rPr lang="en-US" altLang="ko-KR"/>
              <a:t>Theme Name/Category Name</a:t>
            </a:r>
          </a:p>
        </p:txBody>
      </p:sp>
      <p:sp>
        <p:nvSpPr>
          <p:cNvPr id="94" name="텍스트 개체 틀 86">
            <a:extLst>
              <a:ext uri="{FF2B5EF4-FFF2-40B4-BE49-F238E27FC236}">
                <a16:creationId xmlns:a16="http://schemas.microsoft.com/office/drawing/2014/main" id="{1468D58B-0701-716E-AF1A-554FA99F61C5}"/>
              </a:ext>
            </a:extLst>
          </p:cNvPr>
          <p:cNvSpPr>
            <a:spLocks noGrp="1"/>
          </p:cNvSpPr>
          <p:nvPr>
            <p:ph type="body" sz="quarter" idx="22" hasCustomPrompt="1"/>
          </p:nvPr>
        </p:nvSpPr>
        <p:spPr>
          <a:xfrm>
            <a:off x="4488851" y="5328444"/>
            <a:ext cx="3113220" cy="538956"/>
          </a:xfrm>
          <a:prstGeom prst="rect">
            <a:avLst/>
          </a:prstGeom>
        </p:spPr>
        <p:txBody>
          <a:bodyPr>
            <a:normAutofit/>
          </a:bodyPr>
          <a:lstStyle>
            <a:lvl1pPr marL="0" indent="0">
              <a:buNone/>
              <a:defRPr sz="1100">
                <a:solidFill>
                  <a:schemeClr val="bg1">
                    <a:lumMod val="50000"/>
                  </a:schemeClr>
                </a:solidFill>
              </a:defRPr>
            </a:lvl1pPr>
          </a:lstStyle>
          <a:p>
            <a:pPr lvl="0"/>
            <a:r>
              <a:rPr lang="en-US" altLang="ko-KR"/>
              <a:t>Description</a:t>
            </a:r>
          </a:p>
        </p:txBody>
      </p:sp>
      <p:sp>
        <p:nvSpPr>
          <p:cNvPr id="105" name="TextBox 57">
            <a:extLst>
              <a:ext uri="{FF2B5EF4-FFF2-40B4-BE49-F238E27FC236}">
                <a16:creationId xmlns:a16="http://schemas.microsoft.com/office/drawing/2014/main" id="{E95A40C8-73E9-EB13-03D0-26523A89DAF5}"/>
              </a:ext>
            </a:extLst>
          </p:cNvPr>
          <p:cNvSpPr txBox="1">
            <a:spLocks noGrp="1" noRot="1" noMove="1" noResize="1" noEditPoints="1" noAdjustHandles="1" noChangeArrowheads="1" noChangeShapeType="1"/>
          </p:cNvSpPr>
          <p:nvPr/>
        </p:nvSpPr>
        <p:spPr>
          <a:xfrm>
            <a:off x="10276713" y="6434647"/>
            <a:ext cx="1748098" cy="124265"/>
          </a:xfrm>
          <a:prstGeom prst="rect">
            <a:avLst/>
          </a:prstGeom>
        </p:spPr>
        <p:txBody>
          <a:bodyPr wrap="square" lIns="0" tIns="0" rIns="0" bIns="0" rtlCol="0" anchor="t">
            <a:spAutoFit/>
          </a:bodyPr>
          <a:lstStyle/>
          <a:p>
            <a:pPr algn="l">
              <a:lnSpc>
                <a:spcPts val="1120"/>
              </a:lnSpc>
            </a:pPr>
            <a:r>
              <a:rPr lang="en-US" sz="800" spc="5">
                <a:solidFill>
                  <a:srgbClr val="C1C6C7"/>
                </a:solidFill>
                <a:latin typeface="EH Normal Thin" panose="00000500000000000000" pitchFamily="50" charset="0"/>
              </a:rPr>
              <a:t>CONFIDENTIAL DOCUMENT</a:t>
            </a:r>
          </a:p>
        </p:txBody>
      </p:sp>
      <p:sp>
        <p:nvSpPr>
          <p:cNvPr id="3" name="그림 개체 틀 83">
            <a:extLst>
              <a:ext uri="{FF2B5EF4-FFF2-40B4-BE49-F238E27FC236}">
                <a16:creationId xmlns:a16="http://schemas.microsoft.com/office/drawing/2014/main" id="{4F3D1CD9-1973-54DE-B503-376899C1FF99}"/>
              </a:ext>
            </a:extLst>
          </p:cNvPr>
          <p:cNvSpPr>
            <a:spLocks noGrp="1"/>
          </p:cNvSpPr>
          <p:nvPr>
            <p:ph type="pic" sz="quarter" idx="24"/>
          </p:nvPr>
        </p:nvSpPr>
        <p:spPr>
          <a:xfrm>
            <a:off x="8421541" y="1834022"/>
            <a:ext cx="3102588" cy="3209226"/>
          </a:xfrm>
          <a:prstGeom prst="rect">
            <a:avLst/>
          </a:prstGeom>
        </p:spPr>
        <p:txBody>
          <a:bodyPr/>
          <a:lstStyle/>
          <a:p>
            <a:r>
              <a:rPr lang="ko-KR" altLang="en-US"/>
              <a:t>그림을 추가하려면 아이콘을 클릭하십시오</a:t>
            </a:r>
          </a:p>
        </p:txBody>
      </p:sp>
      <p:sp>
        <p:nvSpPr>
          <p:cNvPr id="4" name="텍스트 개체 틀 86">
            <a:extLst>
              <a:ext uri="{FF2B5EF4-FFF2-40B4-BE49-F238E27FC236}">
                <a16:creationId xmlns:a16="http://schemas.microsoft.com/office/drawing/2014/main" id="{3A3547DF-F889-7867-D0E5-0C4DD40BB5D1}"/>
              </a:ext>
            </a:extLst>
          </p:cNvPr>
          <p:cNvSpPr>
            <a:spLocks noGrp="1"/>
          </p:cNvSpPr>
          <p:nvPr>
            <p:ph type="body" sz="quarter" idx="25" hasCustomPrompt="1"/>
          </p:nvPr>
        </p:nvSpPr>
        <p:spPr>
          <a:xfrm>
            <a:off x="8421541" y="5094889"/>
            <a:ext cx="3102588" cy="261274"/>
          </a:xfrm>
          <a:prstGeom prst="rect">
            <a:avLst/>
          </a:prstGeom>
        </p:spPr>
        <p:txBody>
          <a:bodyPr>
            <a:normAutofit/>
          </a:bodyPr>
          <a:lstStyle>
            <a:lvl1pPr marL="0" indent="0">
              <a:buNone/>
              <a:defRPr sz="1300"/>
            </a:lvl1pPr>
          </a:lstStyle>
          <a:p>
            <a:pPr lvl="0"/>
            <a:r>
              <a:rPr lang="en-US" altLang="ko-KR"/>
              <a:t>Theme Name/Category Name</a:t>
            </a:r>
          </a:p>
        </p:txBody>
      </p:sp>
      <p:sp>
        <p:nvSpPr>
          <p:cNvPr id="5" name="텍스트 개체 틀 86">
            <a:extLst>
              <a:ext uri="{FF2B5EF4-FFF2-40B4-BE49-F238E27FC236}">
                <a16:creationId xmlns:a16="http://schemas.microsoft.com/office/drawing/2014/main" id="{E5B5D216-5330-7F0A-BE44-A53CEE81EC95}"/>
              </a:ext>
            </a:extLst>
          </p:cNvPr>
          <p:cNvSpPr>
            <a:spLocks noGrp="1"/>
          </p:cNvSpPr>
          <p:nvPr>
            <p:ph type="body" sz="quarter" idx="26" hasCustomPrompt="1"/>
          </p:nvPr>
        </p:nvSpPr>
        <p:spPr>
          <a:xfrm>
            <a:off x="8421540" y="5328444"/>
            <a:ext cx="3113220" cy="538956"/>
          </a:xfrm>
          <a:prstGeom prst="rect">
            <a:avLst/>
          </a:prstGeom>
        </p:spPr>
        <p:txBody>
          <a:bodyPr>
            <a:normAutofit/>
          </a:bodyPr>
          <a:lstStyle>
            <a:lvl1pPr marL="0" indent="0">
              <a:buNone/>
              <a:defRPr sz="1100">
                <a:solidFill>
                  <a:schemeClr val="bg1">
                    <a:lumMod val="50000"/>
                  </a:schemeClr>
                </a:solidFill>
              </a:defRPr>
            </a:lvl1pPr>
          </a:lstStyle>
          <a:p>
            <a:pPr lvl="0"/>
            <a:r>
              <a:rPr lang="en-US" altLang="ko-KR"/>
              <a:t>Description</a:t>
            </a:r>
          </a:p>
        </p:txBody>
      </p:sp>
      <p:sp>
        <p:nvSpPr>
          <p:cNvPr id="10" name="슬라이드 번호 개체 틀 5">
            <a:extLst>
              <a:ext uri="{FF2B5EF4-FFF2-40B4-BE49-F238E27FC236}">
                <a16:creationId xmlns:a16="http://schemas.microsoft.com/office/drawing/2014/main" id="{5CC54B57-BCDB-136C-28B6-BBA3FACE5724}"/>
              </a:ext>
            </a:extLst>
          </p:cNvPr>
          <p:cNvSpPr>
            <a:spLocks noGrp="1"/>
          </p:cNvSpPr>
          <p:nvPr>
            <p:ph type="sldNum" sz="quarter" idx="4"/>
          </p:nvPr>
        </p:nvSpPr>
        <p:spPr>
          <a:xfrm>
            <a:off x="11658602" y="6434647"/>
            <a:ext cx="249017" cy="124265"/>
          </a:xfrm>
          <a:prstGeom prst="rect">
            <a:avLst/>
          </a:prstGeom>
        </p:spPr>
        <p:txBody>
          <a:bodyPr wrap="square" lIns="0" tIns="0" rIns="0" bIns="0" rtlCol="0" anchor="t">
            <a:spAutoFit/>
          </a:bodyPr>
          <a:lstStyle>
            <a:lvl1pPr algn="r">
              <a:defRPr lang="ko-KR" altLang="en-US" sz="800" spc="5" smtClean="0">
                <a:solidFill>
                  <a:schemeClr val="tx1"/>
                </a:solidFill>
                <a:latin typeface="EH Normal Thin" panose="00000500000000000000" pitchFamily="50" charset="0"/>
              </a:defRPr>
            </a:lvl1pPr>
          </a:lstStyle>
          <a:p>
            <a:fld id="{AEBC7A22-19B5-40E7-ACBC-3937A2317170}" type="slidenum">
              <a:rPr lang="ko-KR" altLang="en-US" smtClean="0"/>
              <a:t>‹#›</a:t>
            </a:fld>
            <a:endParaRPr lang="ko-KR" altLang="en-US"/>
          </a:p>
        </p:txBody>
      </p:sp>
      <p:cxnSp>
        <p:nvCxnSpPr>
          <p:cNvPr id="11" name="Straight Connector 8">
            <a:extLst>
              <a:ext uri="{FF2B5EF4-FFF2-40B4-BE49-F238E27FC236}">
                <a16:creationId xmlns:a16="http://schemas.microsoft.com/office/drawing/2014/main" id="{E8F821D7-6FBB-BE2D-20B5-E18355714DD4}"/>
              </a:ext>
            </a:extLst>
          </p:cNvPr>
          <p:cNvCxnSpPr>
            <a:cxnSpLocks/>
          </p:cNvCxnSpPr>
          <p:nvPr userDrawn="1"/>
        </p:nvCxnSpPr>
        <p:spPr>
          <a:xfrm>
            <a:off x="288000" y="315914"/>
            <a:ext cx="0" cy="6228000"/>
          </a:xfrm>
          <a:prstGeom prst="line">
            <a:avLst/>
          </a:prstGeom>
          <a:noFill/>
          <a:ln w="6350" cap="flat" cmpd="sng" algn="ctr">
            <a:solidFill>
              <a:srgbClr val="000000"/>
            </a:solidFill>
            <a:prstDash val="solid"/>
            <a:miter lim="800000"/>
          </a:ln>
          <a:effectLst/>
        </p:spPr>
      </p:cxnSp>
      <p:cxnSp>
        <p:nvCxnSpPr>
          <p:cNvPr id="12" name="Straight Connector 15">
            <a:extLst>
              <a:ext uri="{FF2B5EF4-FFF2-40B4-BE49-F238E27FC236}">
                <a16:creationId xmlns:a16="http://schemas.microsoft.com/office/drawing/2014/main" id="{639E925C-CA4C-D6AF-C522-F7840A8150DA}"/>
              </a:ext>
            </a:extLst>
          </p:cNvPr>
          <p:cNvCxnSpPr>
            <a:cxnSpLocks/>
          </p:cNvCxnSpPr>
          <p:nvPr userDrawn="1"/>
        </p:nvCxnSpPr>
        <p:spPr>
          <a:xfrm>
            <a:off x="11905200" y="316800"/>
            <a:ext cx="0" cy="5976000"/>
          </a:xfrm>
          <a:prstGeom prst="line">
            <a:avLst/>
          </a:prstGeom>
          <a:noFill/>
          <a:ln w="6350" cap="flat" cmpd="sng" algn="ctr">
            <a:solidFill>
              <a:srgbClr val="000000"/>
            </a:solidFill>
            <a:prstDash val="solid"/>
            <a:miter lim="800000"/>
          </a:ln>
          <a:effectLst/>
        </p:spPr>
      </p:cxnSp>
      <p:sp>
        <p:nvSpPr>
          <p:cNvPr id="13" name="텍스트 개체 틀 81">
            <a:extLst>
              <a:ext uri="{FF2B5EF4-FFF2-40B4-BE49-F238E27FC236}">
                <a16:creationId xmlns:a16="http://schemas.microsoft.com/office/drawing/2014/main" id="{9D166A65-FE8A-6C99-C13F-0EB9332D331D}"/>
              </a:ext>
            </a:extLst>
          </p:cNvPr>
          <p:cNvSpPr>
            <a:spLocks noGrp="1"/>
          </p:cNvSpPr>
          <p:nvPr>
            <p:ph type="body" sz="quarter" idx="13" hasCustomPrompt="1"/>
          </p:nvPr>
        </p:nvSpPr>
        <p:spPr>
          <a:xfrm>
            <a:off x="6236724" y="250594"/>
            <a:ext cx="5500735" cy="495349"/>
          </a:xfrm>
          <a:prstGeom prst="rect">
            <a:avLst/>
          </a:prstGeom>
        </p:spPr>
        <p:txBody>
          <a:bodyPr>
            <a:noAutofit/>
          </a:bodyPr>
          <a:lstStyle>
            <a:lvl1pPr marL="0" indent="0" algn="r">
              <a:buNone/>
              <a:defRPr sz="3000">
                <a:latin typeface="+mn-lt"/>
              </a:defRPr>
            </a:lvl1pPr>
          </a:lstStyle>
          <a:p>
            <a:pPr lvl="0"/>
            <a:r>
              <a:rPr lang="en-US" altLang="ko-KR"/>
              <a:t>Section Title</a:t>
            </a:r>
            <a:endParaRPr lang="ko-KR" altLang="en-US"/>
          </a:p>
        </p:txBody>
      </p:sp>
      <p:sp>
        <p:nvSpPr>
          <p:cNvPr id="14" name="텍스트 개체 틀 86">
            <a:extLst>
              <a:ext uri="{FF2B5EF4-FFF2-40B4-BE49-F238E27FC236}">
                <a16:creationId xmlns:a16="http://schemas.microsoft.com/office/drawing/2014/main" id="{FF545F96-4486-DD38-5592-48EDB05B4FB2}"/>
              </a:ext>
            </a:extLst>
          </p:cNvPr>
          <p:cNvSpPr>
            <a:spLocks noGrp="1"/>
          </p:cNvSpPr>
          <p:nvPr>
            <p:ph type="body" sz="quarter" idx="23" hasCustomPrompt="1"/>
          </p:nvPr>
        </p:nvSpPr>
        <p:spPr>
          <a:xfrm>
            <a:off x="6234536" y="855698"/>
            <a:ext cx="5500736" cy="261274"/>
          </a:xfrm>
          <a:prstGeom prst="rect">
            <a:avLst/>
          </a:prstGeom>
        </p:spPr>
        <p:txBody>
          <a:bodyPr>
            <a:noAutofit/>
          </a:bodyPr>
          <a:lstStyle>
            <a:lvl1pPr marL="0" indent="0" algn="r">
              <a:buNone/>
              <a:defRPr sz="1200">
                <a:latin typeface="+mj-lt"/>
                <a:ea typeface="+mj-ea"/>
              </a:defRPr>
            </a:lvl1pPr>
          </a:lstStyle>
          <a:p>
            <a:pPr lvl="0"/>
            <a:r>
              <a:rPr lang="en-US" altLang="ko-KR"/>
              <a:t>Theme Name/Category Name</a:t>
            </a:r>
          </a:p>
        </p:txBody>
      </p:sp>
      <p:sp>
        <p:nvSpPr>
          <p:cNvPr id="6" name="TextBox 5">
            <a:extLst>
              <a:ext uri="{FF2B5EF4-FFF2-40B4-BE49-F238E27FC236}">
                <a16:creationId xmlns:a16="http://schemas.microsoft.com/office/drawing/2014/main" id="{96C44EB4-A7CE-3CC3-563A-6D76E15982E4}"/>
              </a:ext>
            </a:extLst>
          </p:cNvPr>
          <p:cNvSpPr txBox="1"/>
          <p:nvPr userDrawn="1"/>
        </p:nvSpPr>
        <p:spPr>
          <a:xfrm>
            <a:off x="10307725" y="6420958"/>
            <a:ext cx="1446871" cy="217945"/>
          </a:xfrm>
          <a:prstGeom prst="rect">
            <a:avLst/>
          </a:prstGeom>
          <a:noFill/>
        </p:spPr>
        <p:txBody>
          <a:bodyPr wrap="none" rtlCol="0">
            <a:spAutoFit/>
          </a:bodyPr>
          <a:lstStyle/>
          <a:p>
            <a:pPr algn="r">
              <a:lnSpc>
                <a:spcPts val="1120"/>
              </a:lnSpc>
            </a:pPr>
            <a:r>
              <a:rPr lang="en-US" altLang="ko-KR" sz="700" spc="5">
                <a:solidFill>
                  <a:srgbClr val="C1C6C7"/>
                </a:solidFill>
                <a:latin typeface="EH Normal Thin" panose="00000500000000000000" pitchFamily="50" charset="0"/>
              </a:rPr>
              <a:t>CONFIDENTIAL DOCUMENT</a:t>
            </a:r>
          </a:p>
        </p:txBody>
      </p:sp>
      <p:sp>
        <p:nvSpPr>
          <p:cNvPr id="7" name="슬라이드 번호 개체 틀 15">
            <a:extLst>
              <a:ext uri="{FF2B5EF4-FFF2-40B4-BE49-F238E27FC236}">
                <a16:creationId xmlns:a16="http://schemas.microsoft.com/office/drawing/2014/main" id="{52DC5A20-7E15-ECDB-3F99-70A3F8E69A02}"/>
              </a:ext>
            </a:extLst>
          </p:cNvPr>
          <p:cNvSpPr txBox="1">
            <a:spLocks/>
          </p:cNvSpPr>
          <p:nvPr userDrawn="1"/>
        </p:nvSpPr>
        <p:spPr>
          <a:xfrm>
            <a:off x="9236099" y="6344546"/>
            <a:ext cx="2743200" cy="365125"/>
          </a:xfrm>
          <a:prstGeom prst="rect">
            <a:avLst/>
          </a:prstGeom>
        </p:spPr>
        <p:txBody>
          <a:bodyPr vert="horz" lIns="91440" tIns="45720" rIns="91440" bIns="45720" rtlCol="0" anchor="ctr"/>
          <a:lstStyle>
            <a:defPPr>
              <a:defRPr lang="ko-KR"/>
            </a:defPPr>
            <a:lvl1pPr marL="0" algn="r" defTabSz="914400" rtl="0" eaLnBrk="1" latinLnBrk="1" hangingPunct="1">
              <a:defRPr sz="800" kern="1200">
                <a:solidFill>
                  <a:srgbClr val="ADB2B4"/>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F5B0F108-265F-7C49-89BA-25364F6A568C}" type="slidenum">
              <a:rPr kumimoji="1" lang="ko-KR" altLang="en-US" smtClean="0"/>
              <a:pPr/>
              <a:t>‹#›</a:t>
            </a:fld>
            <a:endParaRPr kumimoji="1" lang="ko-KR" altLang="en-US"/>
          </a:p>
        </p:txBody>
      </p:sp>
      <p:sp>
        <p:nvSpPr>
          <p:cNvPr id="8" name="TextBox 7">
            <a:extLst>
              <a:ext uri="{FF2B5EF4-FFF2-40B4-BE49-F238E27FC236}">
                <a16:creationId xmlns:a16="http://schemas.microsoft.com/office/drawing/2014/main" id="{46B5727C-9202-4830-EDAD-15E9625AECF2}"/>
              </a:ext>
            </a:extLst>
          </p:cNvPr>
          <p:cNvSpPr txBox="1"/>
          <p:nvPr userDrawn="1"/>
        </p:nvSpPr>
        <p:spPr>
          <a:xfrm>
            <a:off x="419859" y="6418137"/>
            <a:ext cx="1782219" cy="223010"/>
          </a:xfrm>
          <a:prstGeom prst="rect">
            <a:avLst/>
          </a:prstGeom>
          <a:noFill/>
        </p:spPr>
        <p:txBody>
          <a:bodyPr wrap="none" rtlCol="0">
            <a:spAutoFit/>
          </a:bodyPr>
          <a:lstStyle/>
          <a:p>
            <a:pPr algn="l">
              <a:lnSpc>
                <a:spcPts val="1120"/>
              </a:lnSpc>
            </a:pPr>
            <a:r>
              <a:rPr lang="en-US" altLang="ko-KR" sz="700" spc="5">
                <a:solidFill>
                  <a:srgbClr val="C1C6C7"/>
                </a:solidFill>
                <a:latin typeface="NanumSquare Neo Regular" panose="020B0600000101010101" charset="-127"/>
                <a:ea typeface="NanumSquare Neo Regular" panose="020B0600000101010101" charset="-127"/>
              </a:rPr>
              <a:t>© 2025.Cosmax all</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rights</a:t>
            </a:r>
            <a:r>
              <a:rPr lang="ko-KR" altLang="en-US" sz="700" spc="5">
                <a:solidFill>
                  <a:srgbClr val="C1C6C7"/>
                </a:solidFill>
                <a:latin typeface="NanumSquare Neo Regular" panose="020B0600000101010101" charset="-127"/>
                <a:ea typeface="NanumSquare Neo Regular" panose="020B0600000101010101" charset="-127"/>
              </a:rPr>
              <a:t> </a:t>
            </a:r>
            <a:r>
              <a:rPr lang="en-US" altLang="ko-KR" sz="700" spc="5">
                <a:solidFill>
                  <a:srgbClr val="C1C6C7"/>
                </a:solidFill>
                <a:latin typeface="NanumSquare Neo Regular" panose="020B0600000101010101" charset="-127"/>
                <a:ea typeface="NanumSquare Neo Regular" panose="020B0600000101010101" charset="-127"/>
              </a:rPr>
              <a:t>reserved.</a:t>
            </a:r>
          </a:p>
        </p:txBody>
      </p:sp>
    </p:spTree>
    <p:extLst>
      <p:ext uri="{BB962C8B-B14F-4D97-AF65-F5344CB8AC3E}">
        <p14:creationId xmlns:p14="http://schemas.microsoft.com/office/powerpoint/2010/main" val="1729898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표지Title">
    <p:spTree>
      <p:nvGrpSpPr>
        <p:cNvPr id="1" name=""/>
        <p:cNvGrpSpPr/>
        <p:nvPr/>
      </p:nvGrpSpPr>
      <p:grpSpPr>
        <a:xfrm>
          <a:off x="0" y="0"/>
          <a:ext cx="0" cy="0"/>
          <a:chOff x="0" y="0"/>
          <a:chExt cx="0" cy="0"/>
        </a:xfrm>
      </p:grpSpPr>
      <p:sp>
        <p:nvSpPr>
          <p:cNvPr id="32" name="TextBox 32"/>
          <p:cNvSpPr txBox="1">
            <a:spLocks noGrp="1" noRot="1" noMove="1" noResize="1" noEditPoints="1" noAdjustHandles="1" noChangeArrowheads="1" noChangeShapeType="1"/>
          </p:cNvSpPr>
          <p:nvPr/>
        </p:nvSpPr>
        <p:spPr>
          <a:xfrm>
            <a:off x="6258455" y="6058173"/>
            <a:ext cx="5310907" cy="500009"/>
          </a:xfrm>
          <a:prstGeom prst="rect">
            <a:avLst/>
          </a:prstGeom>
        </p:spPr>
        <p:txBody>
          <a:bodyPr lIns="0" tIns="0" rIns="0" bIns="0" rtlCol="0" anchor="t">
            <a:spAutoFit/>
          </a:bodyPr>
          <a:lstStyle/>
          <a:p>
            <a:pPr algn="l">
              <a:lnSpc>
                <a:spcPts val="750"/>
              </a:lnSpc>
            </a:pPr>
            <a:r>
              <a:rPr lang="en-US" sz="550" b="1" spc="3">
                <a:solidFill>
                  <a:srgbClr val="C1C6C7"/>
                </a:solidFill>
                <a:latin typeface="EH Normal Light" panose="00000500000000000000" pitchFamily="50" charset="0"/>
                <a:cs typeface="Arial" panose="020B0604020202020204" pitchFamily="34" charset="0"/>
              </a:rPr>
              <a:t>CONFIDENTIAL </a:t>
            </a:r>
          </a:p>
          <a:p>
            <a:pPr algn="l">
              <a:lnSpc>
                <a:spcPts val="750"/>
              </a:lnSpc>
            </a:pPr>
            <a:r>
              <a:rPr lang="en-US" sz="550" spc="3">
                <a:solidFill>
                  <a:srgbClr val="C1C6C7"/>
                </a:solidFill>
                <a:latin typeface="EH Normal Light" panose="00000500000000000000" pitchFamily="50" charset="0"/>
                <a:cs typeface="Arial" panose="020B0604020202020204" pitchFamily="34" charset="0"/>
              </a:rPr>
              <a:t>This document is for internal use only. The information contained within the body is the sole property of Cosmax and serves the purpose of guidance and reference purposes only. Cosmax makes no representations or warranties regarding the efficacy or completeness of the information contained herein, and assumes no liability in relation to the information or its use. All recipients of this document, acknowledge and accept responsibility for complying with all packaging, product testing, and ensuring that all products comply with all relevant laws and regulations.</a:t>
            </a:r>
          </a:p>
        </p:txBody>
      </p:sp>
      <p:sp>
        <p:nvSpPr>
          <p:cNvPr id="43" name="텍스트 개체 틀 42"/>
          <p:cNvSpPr>
            <a:spLocks noGrp="1"/>
          </p:cNvSpPr>
          <p:nvPr>
            <p:ph type="body" sz="quarter" idx="11" hasCustomPrompt="1"/>
          </p:nvPr>
        </p:nvSpPr>
        <p:spPr>
          <a:xfrm>
            <a:off x="481013" y="4305300"/>
            <a:ext cx="3100388" cy="311150"/>
          </a:xfrm>
          <a:prstGeom prst="rect">
            <a:avLst/>
          </a:prstGeom>
        </p:spPr>
        <p:txBody>
          <a:bodyPr>
            <a:normAutofit/>
          </a:bodyPr>
          <a:lstStyle>
            <a:lvl1pPr marL="0" indent="0">
              <a:buNone/>
              <a:defRPr sz="1500"/>
            </a:lvl1pPr>
          </a:lstStyle>
          <a:p>
            <a:pPr lvl="0"/>
            <a:r>
              <a:rPr lang="en-US" altLang="ko-KR"/>
              <a:t>Prepared for</a:t>
            </a:r>
            <a:endParaRPr lang="ko-KR" altLang="en-US"/>
          </a:p>
        </p:txBody>
      </p:sp>
      <p:sp>
        <p:nvSpPr>
          <p:cNvPr id="55" name="텍스트 개체 틀 54"/>
          <p:cNvSpPr>
            <a:spLocks noGrp="1"/>
          </p:cNvSpPr>
          <p:nvPr>
            <p:ph type="body" sz="quarter" idx="12" hasCustomPrompt="1"/>
          </p:nvPr>
        </p:nvSpPr>
        <p:spPr>
          <a:xfrm>
            <a:off x="481013" y="2298881"/>
            <a:ext cx="5157788" cy="1591469"/>
          </a:xfrm>
          <a:prstGeom prst="rect">
            <a:avLst/>
          </a:prstGeom>
        </p:spPr>
        <p:txBody>
          <a:bodyPr anchor="ctr"/>
          <a:lstStyle>
            <a:lvl1pPr marL="0" indent="0">
              <a:buNone/>
              <a:defRPr sz="4450"/>
            </a:lvl1pPr>
            <a:lvl2pPr>
              <a:defRPr sz="4450"/>
            </a:lvl2pPr>
            <a:lvl3pPr>
              <a:defRPr sz="4450"/>
            </a:lvl3pPr>
            <a:lvl4pPr>
              <a:defRPr sz="4450"/>
            </a:lvl4pPr>
            <a:lvl5pPr>
              <a:defRPr sz="4450"/>
            </a:lvl5pPr>
          </a:lstStyle>
          <a:p>
            <a:pPr lvl="0"/>
            <a:r>
              <a:rPr lang="en-US" altLang="ko-KR"/>
              <a:t>Document Title</a:t>
            </a:r>
            <a:endParaRPr lang="ko-KR" altLang="en-US"/>
          </a:p>
        </p:txBody>
      </p:sp>
      <p:cxnSp>
        <p:nvCxnSpPr>
          <p:cNvPr id="38" name="Straight Connector 8"/>
          <p:cNvCxnSpPr>
            <a:cxnSpLocks noGrp="1" noRot="1" noMove="1" noResize="1" noEditPoints="1" noAdjustHandles="1" noChangeArrowheads="1" noChangeShapeType="1"/>
          </p:cNvCxnSpPr>
          <p:nvPr/>
        </p:nvCxnSpPr>
        <p:spPr>
          <a:xfrm>
            <a:off x="288000" y="315914"/>
            <a:ext cx="0" cy="6228000"/>
          </a:xfrm>
          <a:prstGeom prst="line">
            <a:avLst/>
          </a:prstGeom>
          <a:noFill/>
          <a:ln w="6350" cap="flat" cmpd="sng" algn="ctr">
            <a:solidFill>
              <a:srgbClr val="000000"/>
            </a:solidFill>
            <a:prstDash val="solid"/>
            <a:miter lim="800000"/>
          </a:ln>
          <a:effectLst/>
        </p:spPr>
      </p:cxnSp>
      <p:cxnSp>
        <p:nvCxnSpPr>
          <p:cNvPr id="40" name="Straight Connector 11"/>
          <p:cNvCxnSpPr>
            <a:cxnSpLocks noGrp="1" noRot="1" noMove="1" noResize="1" noEditPoints="1" noAdjustHandles="1" noChangeArrowheads="1" noChangeShapeType="1"/>
          </p:cNvCxnSpPr>
          <p:nvPr/>
        </p:nvCxnSpPr>
        <p:spPr>
          <a:xfrm>
            <a:off x="6096000" y="316800"/>
            <a:ext cx="0" cy="6228000"/>
          </a:xfrm>
          <a:prstGeom prst="line">
            <a:avLst/>
          </a:prstGeom>
          <a:noFill/>
          <a:ln w="6350" cap="flat" cmpd="sng" algn="ctr">
            <a:solidFill>
              <a:srgbClr val="000000"/>
            </a:solidFill>
            <a:prstDash val="solid"/>
            <a:miter lim="800000"/>
          </a:ln>
          <a:effectLst/>
        </p:spPr>
      </p:cxnSp>
      <p:cxnSp>
        <p:nvCxnSpPr>
          <p:cNvPr id="3" name="Straight Connector 11"/>
          <p:cNvCxnSpPr/>
          <p:nvPr/>
        </p:nvCxnSpPr>
        <p:spPr>
          <a:xfrm>
            <a:off x="6096000" y="316800"/>
            <a:ext cx="0" cy="6228000"/>
          </a:xfrm>
          <a:prstGeom prst="line">
            <a:avLst/>
          </a:prstGeom>
          <a:noFill/>
          <a:ln w="6350" cap="flat" cmpd="sng" algn="ctr">
            <a:solidFill>
              <a:srgbClr val="000000"/>
            </a:solidFill>
            <a:prstDash val="solid"/>
            <a:miter lim="800000"/>
          </a:ln>
          <a:effectLst/>
        </p:spPr>
      </p:cxnSp>
      <p:cxnSp>
        <p:nvCxnSpPr>
          <p:cNvPr id="49" name="Straight Connector 10"/>
          <p:cNvCxnSpPr/>
          <p:nvPr userDrawn="1"/>
        </p:nvCxnSpPr>
        <p:spPr>
          <a:xfrm>
            <a:off x="11745543" y="4039644"/>
            <a:ext cx="0" cy="2505156"/>
          </a:xfrm>
          <a:prstGeom prst="line">
            <a:avLst/>
          </a:prstGeom>
          <a:noFill/>
          <a:ln w="6350" cap="flat" cmpd="sng" algn="ctr">
            <a:solidFill>
              <a:srgbClr val="000000"/>
            </a:solidFill>
            <a:prstDash val="solid"/>
            <a:miter lim="800000"/>
          </a:ln>
          <a:effectLst/>
        </p:spPr>
      </p:cxnSp>
      <p:grpSp>
        <p:nvGrpSpPr>
          <p:cNvPr id="50" name="그룹 49"/>
          <p:cNvGrpSpPr/>
          <p:nvPr userDrawn="1"/>
        </p:nvGrpSpPr>
        <p:grpSpPr>
          <a:xfrm>
            <a:off x="11560834" y="313200"/>
            <a:ext cx="382686" cy="3588388"/>
            <a:chOff x="23119413" y="603923"/>
            <a:chExt cx="729263" cy="6838197"/>
          </a:xfrm>
        </p:grpSpPr>
        <p:grpSp>
          <p:nvGrpSpPr>
            <p:cNvPr id="51" name="Group 8"/>
            <p:cNvGrpSpPr/>
            <p:nvPr/>
          </p:nvGrpSpPr>
          <p:grpSpPr>
            <a:xfrm>
              <a:off x="23182774" y="3410712"/>
              <a:ext cx="606809" cy="593455"/>
              <a:chOff x="0" y="0"/>
              <a:chExt cx="606806" cy="593458"/>
            </a:xfrm>
          </p:grpSpPr>
          <p:sp>
            <p:nvSpPr>
              <p:cNvPr id="70" name="Freeform 9"/>
              <p:cNvSpPr/>
              <p:nvPr/>
            </p:nvSpPr>
            <p:spPr>
              <a:xfrm>
                <a:off x="0" y="0"/>
                <a:ext cx="606679" cy="593471"/>
              </a:xfrm>
              <a:custGeom>
                <a:avLst/>
                <a:gdLst/>
                <a:ahLst/>
                <a:cxnLst/>
                <a:rect l="l" t="t" r="r" b="b"/>
                <a:pathLst>
                  <a:path w="606679" h="593471">
                    <a:moveTo>
                      <a:pt x="605790" y="13589"/>
                    </a:moveTo>
                    <a:lnTo>
                      <a:pt x="605536" y="13335"/>
                    </a:lnTo>
                    <a:lnTo>
                      <a:pt x="605155" y="12954"/>
                    </a:lnTo>
                    <a:cubicBezTo>
                      <a:pt x="596265" y="4953"/>
                      <a:pt x="584581" y="0"/>
                      <a:pt x="571627" y="0"/>
                    </a:cubicBezTo>
                    <a:lnTo>
                      <a:pt x="475107" y="0"/>
                    </a:lnTo>
                    <a:cubicBezTo>
                      <a:pt x="473837" y="0"/>
                      <a:pt x="472567" y="254"/>
                      <a:pt x="471297" y="508"/>
                    </a:cubicBezTo>
                    <a:lnTo>
                      <a:pt x="462661" y="4953"/>
                    </a:lnTo>
                    <a:lnTo>
                      <a:pt x="460629" y="9525"/>
                    </a:lnTo>
                    <a:lnTo>
                      <a:pt x="460502" y="9652"/>
                    </a:lnTo>
                    <a:lnTo>
                      <a:pt x="457962" y="15367"/>
                    </a:lnTo>
                    <a:lnTo>
                      <a:pt x="457835" y="15494"/>
                    </a:lnTo>
                    <a:lnTo>
                      <a:pt x="455168" y="21336"/>
                    </a:lnTo>
                    <a:lnTo>
                      <a:pt x="454660" y="22479"/>
                    </a:lnTo>
                    <a:lnTo>
                      <a:pt x="304800" y="360807"/>
                    </a:lnTo>
                    <a:cubicBezTo>
                      <a:pt x="304546" y="361315"/>
                      <a:pt x="304038" y="361569"/>
                      <a:pt x="303403" y="361569"/>
                    </a:cubicBezTo>
                    <a:lnTo>
                      <a:pt x="302260" y="361188"/>
                    </a:lnTo>
                    <a:lnTo>
                      <a:pt x="301752" y="360299"/>
                    </a:lnTo>
                    <a:lnTo>
                      <a:pt x="153162" y="24765"/>
                    </a:lnTo>
                    <a:cubicBezTo>
                      <a:pt x="151638" y="21336"/>
                      <a:pt x="149860" y="17526"/>
                      <a:pt x="148971" y="15621"/>
                    </a:cubicBezTo>
                    <a:lnTo>
                      <a:pt x="148844" y="15367"/>
                    </a:lnTo>
                    <a:lnTo>
                      <a:pt x="146304" y="9652"/>
                    </a:lnTo>
                    <a:lnTo>
                      <a:pt x="146177" y="9525"/>
                    </a:lnTo>
                    <a:lnTo>
                      <a:pt x="146050" y="9271"/>
                    </a:lnTo>
                    <a:lnTo>
                      <a:pt x="146050" y="9271"/>
                    </a:lnTo>
                    <a:lnTo>
                      <a:pt x="140208" y="1651"/>
                    </a:lnTo>
                    <a:lnTo>
                      <a:pt x="132969" y="0"/>
                    </a:lnTo>
                    <a:lnTo>
                      <a:pt x="35179" y="0"/>
                    </a:lnTo>
                    <a:cubicBezTo>
                      <a:pt x="22225" y="0"/>
                      <a:pt x="10541" y="4953"/>
                      <a:pt x="1651" y="12954"/>
                    </a:cubicBezTo>
                    <a:lnTo>
                      <a:pt x="1397" y="13208"/>
                    </a:lnTo>
                    <a:lnTo>
                      <a:pt x="1143" y="13462"/>
                    </a:lnTo>
                    <a:lnTo>
                      <a:pt x="0" y="15240"/>
                    </a:lnTo>
                    <a:lnTo>
                      <a:pt x="1397" y="19939"/>
                    </a:lnTo>
                    <a:lnTo>
                      <a:pt x="3429" y="20447"/>
                    </a:lnTo>
                    <a:lnTo>
                      <a:pt x="3683" y="20447"/>
                    </a:lnTo>
                    <a:lnTo>
                      <a:pt x="4064" y="20447"/>
                    </a:lnTo>
                    <a:lnTo>
                      <a:pt x="18034" y="24130"/>
                    </a:lnTo>
                    <a:cubicBezTo>
                      <a:pt x="30734" y="35052"/>
                      <a:pt x="35433" y="44450"/>
                      <a:pt x="35433" y="54991"/>
                    </a:cubicBezTo>
                    <a:lnTo>
                      <a:pt x="35433" y="593471"/>
                    </a:lnTo>
                    <a:lnTo>
                      <a:pt x="134620" y="593471"/>
                    </a:lnTo>
                    <a:cubicBezTo>
                      <a:pt x="135636" y="593471"/>
                      <a:pt x="136525" y="592709"/>
                      <a:pt x="136525" y="591693"/>
                    </a:cubicBezTo>
                    <a:lnTo>
                      <a:pt x="136525" y="220599"/>
                    </a:lnTo>
                    <a:cubicBezTo>
                      <a:pt x="147066" y="242443"/>
                      <a:pt x="301879" y="592201"/>
                      <a:pt x="301879" y="592201"/>
                    </a:cubicBezTo>
                    <a:lnTo>
                      <a:pt x="302133" y="592709"/>
                    </a:lnTo>
                    <a:lnTo>
                      <a:pt x="302895" y="593471"/>
                    </a:lnTo>
                    <a:lnTo>
                      <a:pt x="304546" y="593090"/>
                    </a:lnTo>
                    <a:lnTo>
                      <a:pt x="305054" y="592201"/>
                    </a:lnTo>
                    <a:cubicBezTo>
                      <a:pt x="305054" y="592201"/>
                      <a:pt x="459867" y="242443"/>
                      <a:pt x="470408" y="220599"/>
                    </a:cubicBezTo>
                    <a:lnTo>
                      <a:pt x="470408" y="591693"/>
                    </a:lnTo>
                    <a:cubicBezTo>
                      <a:pt x="470408" y="592709"/>
                      <a:pt x="471297" y="593471"/>
                      <a:pt x="472313" y="593471"/>
                    </a:cubicBezTo>
                    <a:lnTo>
                      <a:pt x="571500" y="593471"/>
                    </a:lnTo>
                    <a:lnTo>
                      <a:pt x="571500" y="55118"/>
                    </a:lnTo>
                    <a:cubicBezTo>
                      <a:pt x="571500" y="44577"/>
                      <a:pt x="576199" y="35052"/>
                      <a:pt x="583565" y="28702"/>
                    </a:cubicBezTo>
                    <a:lnTo>
                      <a:pt x="595503" y="21209"/>
                    </a:lnTo>
                    <a:lnTo>
                      <a:pt x="602996" y="20447"/>
                    </a:lnTo>
                    <a:lnTo>
                      <a:pt x="603123" y="20447"/>
                    </a:lnTo>
                    <a:lnTo>
                      <a:pt x="603377" y="20447"/>
                    </a:lnTo>
                    <a:lnTo>
                      <a:pt x="606679" y="18288"/>
                    </a:lnTo>
                    <a:lnTo>
                      <a:pt x="606298" y="14351"/>
                    </a:lnTo>
                  </a:path>
                </a:pathLst>
              </a:custGeom>
              <a:solidFill>
                <a:srgbClr val="000000"/>
              </a:solidFill>
            </p:spPr>
            <p:txBody>
              <a:bodyPr/>
              <a:lstStyle/>
              <a:p>
                <a:endParaRPr lang="ko-KR" altLang="en-US"/>
              </a:p>
            </p:txBody>
          </p:sp>
        </p:grpSp>
        <p:grpSp>
          <p:nvGrpSpPr>
            <p:cNvPr id="52" name="Group 10"/>
            <p:cNvGrpSpPr/>
            <p:nvPr/>
          </p:nvGrpSpPr>
          <p:grpSpPr>
            <a:xfrm>
              <a:off x="23189260" y="1532573"/>
              <a:ext cx="593817" cy="633012"/>
              <a:chOff x="0" y="0"/>
              <a:chExt cx="593814" cy="633019"/>
            </a:xfrm>
          </p:grpSpPr>
          <p:sp>
            <p:nvSpPr>
              <p:cNvPr id="69" name="Freeform 11"/>
              <p:cNvSpPr/>
              <p:nvPr/>
            </p:nvSpPr>
            <p:spPr>
              <a:xfrm>
                <a:off x="0" y="0"/>
                <a:ext cx="593852" cy="632968"/>
              </a:xfrm>
              <a:custGeom>
                <a:avLst/>
                <a:gdLst/>
                <a:ahLst/>
                <a:cxnLst/>
                <a:rect l="l" t="t" r="r" b="b"/>
                <a:pathLst>
                  <a:path w="593852" h="632968">
                    <a:moveTo>
                      <a:pt x="296926" y="137414"/>
                    </a:moveTo>
                    <a:cubicBezTo>
                      <a:pt x="406654" y="137414"/>
                      <a:pt x="495554" y="226314"/>
                      <a:pt x="495554" y="336042"/>
                    </a:cubicBezTo>
                    <a:cubicBezTo>
                      <a:pt x="495554" y="445770"/>
                      <a:pt x="406654" y="534670"/>
                      <a:pt x="296926" y="534670"/>
                    </a:cubicBezTo>
                    <a:cubicBezTo>
                      <a:pt x="187198" y="534670"/>
                      <a:pt x="98298" y="445770"/>
                      <a:pt x="98298" y="336042"/>
                    </a:cubicBezTo>
                    <a:cubicBezTo>
                      <a:pt x="98298" y="226314"/>
                      <a:pt x="187198" y="137414"/>
                      <a:pt x="296926" y="137414"/>
                    </a:cubicBezTo>
                    <a:moveTo>
                      <a:pt x="296926" y="632968"/>
                    </a:moveTo>
                    <a:cubicBezTo>
                      <a:pt x="460883" y="632968"/>
                      <a:pt x="593852" y="499999"/>
                      <a:pt x="593852" y="336042"/>
                    </a:cubicBezTo>
                    <a:cubicBezTo>
                      <a:pt x="593852" y="196088"/>
                      <a:pt x="497078" y="78867"/>
                      <a:pt x="366776" y="47371"/>
                    </a:cubicBezTo>
                    <a:lnTo>
                      <a:pt x="366776" y="26543"/>
                    </a:lnTo>
                    <a:cubicBezTo>
                      <a:pt x="366776" y="11811"/>
                      <a:pt x="354838" y="0"/>
                      <a:pt x="340233" y="0"/>
                    </a:cubicBezTo>
                    <a:lnTo>
                      <a:pt x="256794" y="0"/>
                    </a:lnTo>
                    <a:cubicBezTo>
                      <a:pt x="243713" y="0"/>
                      <a:pt x="231902" y="4953"/>
                      <a:pt x="223012" y="13081"/>
                    </a:cubicBezTo>
                    <a:lnTo>
                      <a:pt x="222758" y="13335"/>
                    </a:lnTo>
                    <a:lnTo>
                      <a:pt x="221488" y="15113"/>
                    </a:lnTo>
                    <a:lnTo>
                      <a:pt x="222758" y="19558"/>
                    </a:lnTo>
                    <a:lnTo>
                      <a:pt x="224790" y="20193"/>
                    </a:lnTo>
                    <a:cubicBezTo>
                      <a:pt x="232918" y="22098"/>
                      <a:pt x="239903" y="26670"/>
                      <a:pt x="244729" y="33020"/>
                    </a:cubicBezTo>
                    <a:lnTo>
                      <a:pt x="245491" y="34036"/>
                    </a:lnTo>
                    <a:lnTo>
                      <a:pt x="246253" y="35179"/>
                    </a:lnTo>
                    <a:lnTo>
                      <a:pt x="246761" y="36957"/>
                    </a:lnTo>
                    <a:lnTo>
                      <a:pt x="244475" y="43688"/>
                    </a:lnTo>
                    <a:lnTo>
                      <a:pt x="241300" y="44323"/>
                    </a:lnTo>
                    <a:lnTo>
                      <a:pt x="217424" y="49911"/>
                    </a:lnTo>
                    <a:cubicBezTo>
                      <a:pt x="91948" y="84836"/>
                      <a:pt x="0" y="199644"/>
                      <a:pt x="0" y="336169"/>
                    </a:cubicBezTo>
                    <a:cubicBezTo>
                      <a:pt x="0" y="500126"/>
                      <a:pt x="132969" y="632968"/>
                      <a:pt x="296926" y="632968"/>
                    </a:cubicBezTo>
                  </a:path>
                </a:pathLst>
              </a:custGeom>
              <a:solidFill>
                <a:srgbClr val="000000"/>
              </a:solidFill>
            </p:spPr>
            <p:txBody>
              <a:bodyPr/>
              <a:lstStyle/>
              <a:p>
                <a:endParaRPr lang="ko-KR" altLang="en-US"/>
              </a:p>
            </p:txBody>
          </p:sp>
        </p:grpSp>
        <p:grpSp>
          <p:nvGrpSpPr>
            <p:cNvPr id="53" name="Group 12"/>
            <p:cNvGrpSpPr/>
            <p:nvPr/>
          </p:nvGrpSpPr>
          <p:grpSpPr>
            <a:xfrm>
              <a:off x="23189260" y="603923"/>
              <a:ext cx="538953" cy="612143"/>
              <a:chOff x="0" y="0"/>
              <a:chExt cx="538950" cy="612140"/>
            </a:xfrm>
          </p:grpSpPr>
          <p:sp>
            <p:nvSpPr>
              <p:cNvPr id="68" name="Freeform 13"/>
              <p:cNvSpPr/>
              <p:nvPr/>
            </p:nvSpPr>
            <p:spPr>
              <a:xfrm>
                <a:off x="0" y="0"/>
                <a:ext cx="538988" cy="612140"/>
              </a:xfrm>
              <a:custGeom>
                <a:avLst/>
                <a:gdLst/>
                <a:ahLst/>
                <a:cxnLst/>
                <a:rect l="l" t="t" r="r" b="b"/>
                <a:pathLst>
                  <a:path w="538988" h="612140">
                    <a:moveTo>
                      <a:pt x="306070" y="612140"/>
                    </a:moveTo>
                    <a:cubicBezTo>
                      <a:pt x="375158" y="612140"/>
                      <a:pt x="438912" y="589153"/>
                      <a:pt x="490220" y="550545"/>
                    </a:cubicBezTo>
                    <a:lnTo>
                      <a:pt x="538988" y="504698"/>
                    </a:lnTo>
                    <a:lnTo>
                      <a:pt x="490220" y="408051"/>
                    </a:lnTo>
                    <a:cubicBezTo>
                      <a:pt x="489839" y="407543"/>
                      <a:pt x="489331" y="407162"/>
                      <a:pt x="488696" y="407162"/>
                    </a:cubicBezTo>
                    <a:lnTo>
                      <a:pt x="487299" y="407670"/>
                    </a:lnTo>
                    <a:lnTo>
                      <a:pt x="486918" y="408305"/>
                    </a:lnTo>
                    <a:cubicBezTo>
                      <a:pt x="471424" y="435610"/>
                      <a:pt x="449834" y="459105"/>
                      <a:pt x="424180" y="477012"/>
                    </a:cubicBezTo>
                    <a:cubicBezTo>
                      <a:pt x="390652" y="500253"/>
                      <a:pt x="350012" y="513842"/>
                      <a:pt x="306197" y="513842"/>
                    </a:cubicBezTo>
                    <a:cubicBezTo>
                      <a:pt x="191516" y="513842"/>
                      <a:pt x="98552" y="420878"/>
                      <a:pt x="98552" y="306197"/>
                    </a:cubicBezTo>
                    <a:cubicBezTo>
                      <a:pt x="98552" y="191516"/>
                      <a:pt x="191389" y="98425"/>
                      <a:pt x="306070" y="98425"/>
                    </a:cubicBezTo>
                    <a:cubicBezTo>
                      <a:pt x="336296" y="98425"/>
                      <a:pt x="364871" y="105029"/>
                      <a:pt x="390906" y="116586"/>
                    </a:cubicBezTo>
                    <a:cubicBezTo>
                      <a:pt x="419862" y="129540"/>
                      <a:pt x="445262" y="148971"/>
                      <a:pt x="465328" y="172974"/>
                    </a:cubicBezTo>
                    <a:lnTo>
                      <a:pt x="466344" y="174371"/>
                    </a:lnTo>
                    <a:lnTo>
                      <a:pt x="473710" y="179578"/>
                    </a:lnTo>
                    <a:cubicBezTo>
                      <a:pt x="483870" y="179578"/>
                      <a:pt x="488823" y="176530"/>
                      <a:pt x="491617" y="171958"/>
                    </a:cubicBezTo>
                    <a:lnTo>
                      <a:pt x="492760" y="169672"/>
                    </a:lnTo>
                    <a:lnTo>
                      <a:pt x="532892" y="89916"/>
                    </a:lnTo>
                    <a:cubicBezTo>
                      <a:pt x="536702" y="82931"/>
                      <a:pt x="538861" y="74803"/>
                      <a:pt x="538861" y="66294"/>
                    </a:cubicBezTo>
                    <a:lnTo>
                      <a:pt x="538607" y="60833"/>
                    </a:lnTo>
                    <a:lnTo>
                      <a:pt x="538099" y="57785"/>
                    </a:lnTo>
                    <a:lnTo>
                      <a:pt x="536067" y="54483"/>
                    </a:lnTo>
                    <a:lnTo>
                      <a:pt x="532257" y="54864"/>
                    </a:lnTo>
                    <a:lnTo>
                      <a:pt x="531241" y="55626"/>
                    </a:lnTo>
                    <a:cubicBezTo>
                      <a:pt x="525018" y="61214"/>
                      <a:pt x="516890" y="64643"/>
                      <a:pt x="508000" y="64643"/>
                    </a:cubicBezTo>
                    <a:lnTo>
                      <a:pt x="498729" y="63500"/>
                    </a:lnTo>
                    <a:cubicBezTo>
                      <a:pt x="487299" y="59436"/>
                      <a:pt x="467487" y="45974"/>
                      <a:pt x="458724" y="40894"/>
                    </a:cubicBezTo>
                    <a:lnTo>
                      <a:pt x="452247" y="37338"/>
                    </a:lnTo>
                    <a:cubicBezTo>
                      <a:pt x="406400" y="12827"/>
                      <a:pt x="357759" y="0"/>
                      <a:pt x="306070" y="0"/>
                    </a:cubicBezTo>
                    <a:cubicBezTo>
                      <a:pt x="137033" y="0"/>
                      <a:pt x="0" y="137033"/>
                      <a:pt x="0" y="306070"/>
                    </a:cubicBezTo>
                    <a:cubicBezTo>
                      <a:pt x="0" y="475107"/>
                      <a:pt x="137033" y="612140"/>
                      <a:pt x="306070" y="612140"/>
                    </a:cubicBezTo>
                  </a:path>
                </a:pathLst>
              </a:custGeom>
              <a:solidFill>
                <a:srgbClr val="000000"/>
              </a:solidFill>
            </p:spPr>
            <p:txBody>
              <a:bodyPr/>
              <a:lstStyle/>
              <a:p>
                <a:endParaRPr lang="ko-KR" altLang="en-US"/>
              </a:p>
            </p:txBody>
          </p:sp>
        </p:grpSp>
        <p:grpSp>
          <p:nvGrpSpPr>
            <p:cNvPr id="54" name="Group 14"/>
            <p:cNvGrpSpPr/>
            <p:nvPr/>
          </p:nvGrpSpPr>
          <p:grpSpPr>
            <a:xfrm>
              <a:off x="23189270" y="5230654"/>
              <a:ext cx="593798" cy="593569"/>
              <a:chOff x="0" y="0"/>
              <a:chExt cx="593801" cy="593573"/>
            </a:xfrm>
          </p:grpSpPr>
          <p:sp>
            <p:nvSpPr>
              <p:cNvPr id="67" name="Freeform 15"/>
              <p:cNvSpPr/>
              <p:nvPr/>
            </p:nvSpPr>
            <p:spPr>
              <a:xfrm>
                <a:off x="0" y="0"/>
                <a:ext cx="593725" cy="593598"/>
              </a:xfrm>
              <a:custGeom>
                <a:avLst/>
                <a:gdLst/>
                <a:ahLst/>
                <a:cxnLst/>
                <a:rect l="l" t="t" r="r" b="b"/>
                <a:pathLst>
                  <a:path w="593725" h="593598">
                    <a:moveTo>
                      <a:pt x="522351" y="84582"/>
                    </a:moveTo>
                    <a:lnTo>
                      <a:pt x="523367" y="83312"/>
                    </a:lnTo>
                    <a:lnTo>
                      <a:pt x="561213" y="35560"/>
                    </a:lnTo>
                    <a:cubicBezTo>
                      <a:pt x="562229" y="33909"/>
                      <a:pt x="563499" y="32385"/>
                      <a:pt x="564769" y="30988"/>
                    </a:cubicBezTo>
                    <a:cubicBezTo>
                      <a:pt x="570992" y="24384"/>
                      <a:pt x="579755" y="20066"/>
                      <a:pt x="589534" y="19939"/>
                    </a:cubicBezTo>
                    <a:lnTo>
                      <a:pt x="589661" y="19939"/>
                    </a:lnTo>
                    <a:lnTo>
                      <a:pt x="590042" y="19939"/>
                    </a:lnTo>
                    <a:lnTo>
                      <a:pt x="590423" y="19812"/>
                    </a:lnTo>
                    <a:lnTo>
                      <a:pt x="593725" y="17653"/>
                    </a:lnTo>
                    <a:lnTo>
                      <a:pt x="593344" y="13843"/>
                    </a:lnTo>
                    <a:lnTo>
                      <a:pt x="591820" y="12192"/>
                    </a:lnTo>
                    <a:lnTo>
                      <a:pt x="590042" y="10795"/>
                    </a:lnTo>
                    <a:lnTo>
                      <a:pt x="588010" y="9271"/>
                    </a:lnTo>
                    <a:lnTo>
                      <a:pt x="586359" y="8128"/>
                    </a:lnTo>
                    <a:cubicBezTo>
                      <a:pt x="578358" y="2921"/>
                      <a:pt x="569214" y="0"/>
                      <a:pt x="559435" y="0"/>
                    </a:cubicBezTo>
                    <a:lnTo>
                      <a:pt x="486918" y="0"/>
                    </a:lnTo>
                    <a:cubicBezTo>
                      <a:pt x="476504" y="0"/>
                      <a:pt x="467106" y="4572"/>
                      <a:pt x="460756" y="11811"/>
                    </a:cubicBezTo>
                    <a:lnTo>
                      <a:pt x="296926" y="218694"/>
                    </a:lnTo>
                    <a:lnTo>
                      <a:pt x="132969" y="11811"/>
                    </a:lnTo>
                    <a:cubicBezTo>
                      <a:pt x="126619" y="4572"/>
                      <a:pt x="117348" y="0"/>
                      <a:pt x="106934" y="0"/>
                    </a:cubicBezTo>
                    <a:lnTo>
                      <a:pt x="34417" y="0"/>
                    </a:lnTo>
                    <a:cubicBezTo>
                      <a:pt x="24638" y="0"/>
                      <a:pt x="15494" y="2921"/>
                      <a:pt x="7747" y="7874"/>
                    </a:cubicBezTo>
                    <a:lnTo>
                      <a:pt x="6731" y="8382"/>
                    </a:lnTo>
                    <a:lnTo>
                      <a:pt x="4826" y="9779"/>
                    </a:lnTo>
                    <a:lnTo>
                      <a:pt x="2921" y="11303"/>
                    </a:lnTo>
                    <a:lnTo>
                      <a:pt x="1270" y="12700"/>
                    </a:lnTo>
                    <a:lnTo>
                      <a:pt x="0" y="14732"/>
                    </a:lnTo>
                    <a:lnTo>
                      <a:pt x="1397" y="19304"/>
                    </a:lnTo>
                    <a:lnTo>
                      <a:pt x="3429" y="19812"/>
                    </a:lnTo>
                    <a:lnTo>
                      <a:pt x="3937" y="19939"/>
                    </a:lnTo>
                    <a:lnTo>
                      <a:pt x="4318" y="19939"/>
                    </a:lnTo>
                    <a:cubicBezTo>
                      <a:pt x="14097" y="20193"/>
                      <a:pt x="22860" y="24384"/>
                      <a:pt x="29083" y="30988"/>
                    </a:cubicBezTo>
                    <a:lnTo>
                      <a:pt x="31623" y="33909"/>
                    </a:lnTo>
                    <a:lnTo>
                      <a:pt x="71501" y="84582"/>
                    </a:lnTo>
                    <a:lnTo>
                      <a:pt x="237236" y="294005"/>
                    </a:lnTo>
                    <a:lnTo>
                      <a:pt x="0" y="593598"/>
                    </a:lnTo>
                    <a:lnTo>
                      <a:pt x="118491" y="593598"/>
                    </a:lnTo>
                    <a:cubicBezTo>
                      <a:pt x="118872" y="593598"/>
                      <a:pt x="119253" y="593471"/>
                      <a:pt x="119634" y="593217"/>
                    </a:cubicBezTo>
                    <a:lnTo>
                      <a:pt x="119888" y="592836"/>
                    </a:lnTo>
                    <a:lnTo>
                      <a:pt x="296926" y="369189"/>
                    </a:lnTo>
                    <a:lnTo>
                      <a:pt x="474218" y="593090"/>
                    </a:lnTo>
                    <a:cubicBezTo>
                      <a:pt x="474472" y="593344"/>
                      <a:pt x="474980" y="593471"/>
                      <a:pt x="475361" y="593471"/>
                    </a:cubicBezTo>
                    <a:lnTo>
                      <a:pt x="593725" y="593471"/>
                    </a:lnTo>
                    <a:lnTo>
                      <a:pt x="356489" y="294005"/>
                    </a:lnTo>
                    <a:close/>
                  </a:path>
                </a:pathLst>
              </a:custGeom>
              <a:solidFill>
                <a:srgbClr val="000000"/>
              </a:solidFill>
            </p:spPr>
            <p:txBody>
              <a:bodyPr/>
              <a:lstStyle/>
              <a:p>
                <a:endParaRPr lang="ko-KR" altLang="en-US"/>
              </a:p>
            </p:txBody>
          </p:sp>
        </p:grpSp>
        <p:grpSp>
          <p:nvGrpSpPr>
            <p:cNvPr id="56" name="Group 16"/>
            <p:cNvGrpSpPr/>
            <p:nvPr/>
          </p:nvGrpSpPr>
          <p:grpSpPr>
            <a:xfrm>
              <a:off x="23189270" y="4320664"/>
              <a:ext cx="593788" cy="593474"/>
              <a:chOff x="0" y="0"/>
              <a:chExt cx="593788" cy="593484"/>
            </a:xfrm>
          </p:grpSpPr>
          <p:sp>
            <p:nvSpPr>
              <p:cNvPr id="66" name="Freeform 17"/>
              <p:cNvSpPr/>
              <p:nvPr/>
            </p:nvSpPr>
            <p:spPr>
              <a:xfrm>
                <a:off x="0" y="0"/>
                <a:ext cx="593852" cy="593598"/>
              </a:xfrm>
              <a:custGeom>
                <a:avLst/>
                <a:gdLst/>
                <a:ahLst/>
                <a:cxnLst/>
                <a:rect l="l" t="t" r="r" b="b"/>
                <a:pathLst>
                  <a:path w="593852" h="593598">
                    <a:moveTo>
                      <a:pt x="231013" y="71120"/>
                    </a:moveTo>
                    <a:lnTo>
                      <a:pt x="229997" y="73533"/>
                    </a:lnTo>
                    <a:lnTo>
                      <a:pt x="0" y="593471"/>
                    </a:lnTo>
                    <a:lnTo>
                      <a:pt x="111125" y="593471"/>
                    </a:lnTo>
                    <a:cubicBezTo>
                      <a:pt x="111760" y="593471"/>
                      <a:pt x="112395" y="593090"/>
                      <a:pt x="112649" y="592582"/>
                    </a:cubicBezTo>
                    <a:lnTo>
                      <a:pt x="112776" y="592455"/>
                    </a:lnTo>
                    <a:lnTo>
                      <a:pt x="296926" y="176022"/>
                    </a:lnTo>
                    <a:lnTo>
                      <a:pt x="481203" y="592582"/>
                    </a:lnTo>
                    <a:cubicBezTo>
                      <a:pt x="481457" y="593217"/>
                      <a:pt x="482092" y="593598"/>
                      <a:pt x="482727" y="593598"/>
                    </a:cubicBezTo>
                    <a:lnTo>
                      <a:pt x="593852" y="593598"/>
                    </a:lnTo>
                    <a:lnTo>
                      <a:pt x="334899" y="8128"/>
                    </a:lnTo>
                    <a:cubicBezTo>
                      <a:pt x="332232" y="3302"/>
                      <a:pt x="327152" y="0"/>
                      <a:pt x="321183" y="0"/>
                    </a:cubicBezTo>
                    <a:lnTo>
                      <a:pt x="240792" y="0"/>
                    </a:lnTo>
                    <a:cubicBezTo>
                      <a:pt x="233680" y="0"/>
                      <a:pt x="226949" y="1397"/>
                      <a:pt x="220853" y="3937"/>
                    </a:cubicBezTo>
                    <a:lnTo>
                      <a:pt x="209677" y="9525"/>
                    </a:lnTo>
                    <a:lnTo>
                      <a:pt x="204851" y="13843"/>
                    </a:lnTo>
                    <a:lnTo>
                      <a:pt x="204470" y="14224"/>
                    </a:lnTo>
                    <a:lnTo>
                      <a:pt x="203454" y="16002"/>
                    </a:lnTo>
                    <a:lnTo>
                      <a:pt x="204724" y="20447"/>
                    </a:lnTo>
                    <a:lnTo>
                      <a:pt x="206629" y="21082"/>
                    </a:lnTo>
                    <a:lnTo>
                      <a:pt x="207137" y="21209"/>
                    </a:lnTo>
                    <a:cubicBezTo>
                      <a:pt x="223012" y="25019"/>
                      <a:pt x="234569" y="39116"/>
                      <a:pt x="234569" y="56007"/>
                    </a:cubicBezTo>
                    <a:lnTo>
                      <a:pt x="233680" y="65024"/>
                    </a:lnTo>
                    <a:lnTo>
                      <a:pt x="231394" y="70612"/>
                    </a:lnTo>
                  </a:path>
                </a:pathLst>
              </a:custGeom>
              <a:solidFill>
                <a:srgbClr val="000000"/>
              </a:solidFill>
            </p:spPr>
            <p:txBody>
              <a:bodyPr/>
              <a:lstStyle/>
              <a:p>
                <a:endParaRPr lang="ko-KR" altLang="en-US"/>
              </a:p>
            </p:txBody>
          </p:sp>
        </p:grpSp>
        <p:grpSp>
          <p:nvGrpSpPr>
            <p:cNvPr id="57" name="Group 18"/>
            <p:cNvGrpSpPr/>
            <p:nvPr/>
          </p:nvGrpSpPr>
          <p:grpSpPr>
            <a:xfrm>
              <a:off x="23218207" y="2482072"/>
              <a:ext cx="535924" cy="612143"/>
              <a:chOff x="0" y="0"/>
              <a:chExt cx="535927" cy="612153"/>
            </a:xfrm>
          </p:grpSpPr>
          <p:sp>
            <p:nvSpPr>
              <p:cNvPr id="65" name="Freeform 19"/>
              <p:cNvSpPr/>
              <p:nvPr/>
            </p:nvSpPr>
            <p:spPr>
              <a:xfrm>
                <a:off x="-127" y="-26924"/>
                <a:ext cx="546989" cy="641604"/>
              </a:xfrm>
              <a:custGeom>
                <a:avLst/>
                <a:gdLst/>
                <a:ahLst/>
                <a:cxnLst/>
                <a:rect l="l" t="t" r="r" b="b"/>
                <a:pathLst>
                  <a:path w="546989" h="641604">
                    <a:moveTo>
                      <a:pt x="388239" y="520700"/>
                    </a:moveTo>
                    <a:cubicBezTo>
                      <a:pt x="370586" y="534924"/>
                      <a:pt x="349377" y="542417"/>
                      <a:pt x="327279" y="546481"/>
                    </a:cubicBezTo>
                    <a:lnTo>
                      <a:pt x="316611" y="548132"/>
                    </a:lnTo>
                    <a:lnTo>
                      <a:pt x="305181" y="549275"/>
                    </a:lnTo>
                    <a:cubicBezTo>
                      <a:pt x="251587" y="553974"/>
                      <a:pt x="210947" y="545211"/>
                      <a:pt x="190119" y="539115"/>
                    </a:cubicBezTo>
                    <a:cubicBezTo>
                      <a:pt x="190119" y="539115"/>
                      <a:pt x="177038" y="536194"/>
                      <a:pt x="159258" y="528955"/>
                    </a:cubicBezTo>
                    <a:lnTo>
                      <a:pt x="159131" y="528828"/>
                    </a:lnTo>
                    <a:lnTo>
                      <a:pt x="113157" y="502285"/>
                    </a:lnTo>
                    <a:cubicBezTo>
                      <a:pt x="107315" y="497713"/>
                      <a:pt x="101600" y="492887"/>
                      <a:pt x="95885" y="487553"/>
                    </a:cubicBezTo>
                    <a:lnTo>
                      <a:pt x="85979" y="478028"/>
                    </a:lnTo>
                    <a:cubicBezTo>
                      <a:pt x="69723" y="461645"/>
                      <a:pt x="54991" y="446151"/>
                      <a:pt x="54102" y="445135"/>
                    </a:cubicBezTo>
                    <a:lnTo>
                      <a:pt x="53975" y="445008"/>
                    </a:lnTo>
                    <a:lnTo>
                      <a:pt x="53848" y="444881"/>
                    </a:lnTo>
                    <a:lnTo>
                      <a:pt x="53086" y="444373"/>
                    </a:lnTo>
                    <a:lnTo>
                      <a:pt x="51181" y="444881"/>
                    </a:lnTo>
                    <a:lnTo>
                      <a:pt x="50800" y="445643"/>
                    </a:lnTo>
                    <a:cubicBezTo>
                      <a:pt x="50546" y="446024"/>
                      <a:pt x="1905" y="540004"/>
                      <a:pt x="1905" y="540004"/>
                    </a:cubicBezTo>
                    <a:lnTo>
                      <a:pt x="1778" y="540131"/>
                    </a:lnTo>
                    <a:lnTo>
                      <a:pt x="0" y="543560"/>
                    </a:lnTo>
                    <a:lnTo>
                      <a:pt x="1016" y="545211"/>
                    </a:lnTo>
                    <a:lnTo>
                      <a:pt x="3048" y="547116"/>
                    </a:lnTo>
                    <a:lnTo>
                      <a:pt x="10541" y="554355"/>
                    </a:lnTo>
                    <a:cubicBezTo>
                      <a:pt x="19939" y="562610"/>
                      <a:pt x="25654" y="567817"/>
                      <a:pt x="31750" y="572643"/>
                    </a:cubicBezTo>
                    <a:lnTo>
                      <a:pt x="36195" y="576199"/>
                    </a:lnTo>
                    <a:lnTo>
                      <a:pt x="40386" y="579120"/>
                    </a:lnTo>
                    <a:cubicBezTo>
                      <a:pt x="88519" y="613156"/>
                      <a:pt x="141605" y="631063"/>
                      <a:pt x="198247" y="635762"/>
                    </a:cubicBezTo>
                    <a:cubicBezTo>
                      <a:pt x="259461" y="640842"/>
                      <a:pt x="321183" y="641604"/>
                      <a:pt x="381508" y="623316"/>
                    </a:cubicBezTo>
                    <a:cubicBezTo>
                      <a:pt x="414147" y="613537"/>
                      <a:pt x="445135" y="601726"/>
                      <a:pt x="471043" y="581914"/>
                    </a:cubicBezTo>
                    <a:cubicBezTo>
                      <a:pt x="530225" y="536067"/>
                      <a:pt x="546989" y="477012"/>
                      <a:pt x="529082" y="410591"/>
                    </a:cubicBezTo>
                    <a:cubicBezTo>
                      <a:pt x="516763" y="365125"/>
                      <a:pt x="481838" y="334518"/>
                      <a:pt x="434848" y="316357"/>
                    </a:cubicBezTo>
                    <a:lnTo>
                      <a:pt x="352044" y="291719"/>
                    </a:lnTo>
                    <a:cubicBezTo>
                      <a:pt x="324485" y="284607"/>
                      <a:pt x="296418" y="279400"/>
                      <a:pt x="268732" y="273431"/>
                    </a:cubicBezTo>
                    <a:cubicBezTo>
                      <a:pt x="238379" y="266827"/>
                      <a:pt x="206883" y="263144"/>
                      <a:pt x="177800" y="253365"/>
                    </a:cubicBezTo>
                    <a:cubicBezTo>
                      <a:pt x="129540" y="236601"/>
                      <a:pt x="113411" y="192659"/>
                      <a:pt x="147828" y="155194"/>
                    </a:cubicBezTo>
                    <a:cubicBezTo>
                      <a:pt x="168529" y="132842"/>
                      <a:pt x="198501" y="123952"/>
                      <a:pt x="228727" y="120904"/>
                    </a:cubicBezTo>
                    <a:lnTo>
                      <a:pt x="275717" y="118999"/>
                    </a:lnTo>
                    <a:cubicBezTo>
                      <a:pt x="280543" y="119126"/>
                      <a:pt x="285369" y="119380"/>
                      <a:pt x="290195" y="119888"/>
                    </a:cubicBezTo>
                    <a:cubicBezTo>
                      <a:pt x="302006" y="121158"/>
                      <a:pt x="320040" y="124206"/>
                      <a:pt x="342138" y="131572"/>
                    </a:cubicBezTo>
                    <a:lnTo>
                      <a:pt x="374650" y="145034"/>
                    </a:lnTo>
                    <a:cubicBezTo>
                      <a:pt x="374777" y="145034"/>
                      <a:pt x="374777" y="144780"/>
                      <a:pt x="374777" y="144780"/>
                    </a:cubicBezTo>
                    <a:lnTo>
                      <a:pt x="375793" y="145415"/>
                    </a:lnTo>
                    <a:lnTo>
                      <a:pt x="397637" y="157099"/>
                    </a:lnTo>
                    <a:cubicBezTo>
                      <a:pt x="398145" y="157480"/>
                      <a:pt x="398907" y="157734"/>
                      <a:pt x="399669" y="158115"/>
                    </a:cubicBezTo>
                    <a:lnTo>
                      <a:pt x="400685" y="158877"/>
                    </a:lnTo>
                    <a:lnTo>
                      <a:pt x="458978" y="194564"/>
                    </a:lnTo>
                    <a:cubicBezTo>
                      <a:pt x="459105" y="194564"/>
                      <a:pt x="461264" y="196723"/>
                      <a:pt x="464820" y="198628"/>
                    </a:cubicBezTo>
                    <a:cubicBezTo>
                      <a:pt x="471551" y="202565"/>
                      <a:pt x="482600" y="205867"/>
                      <a:pt x="490093" y="192405"/>
                    </a:cubicBezTo>
                    <a:cubicBezTo>
                      <a:pt x="490093" y="192405"/>
                      <a:pt x="530606" y="114681"/>
                      <a:pt x="530733" y="114300"/>
                    </a:cubicBezTo>
                    <a:lnTo>
                      <a:pt x="531368" y="113030"/>
                    </a:lnTo>
                    <a:lnTo>
                      <a:pt x="533400" y="107569"/>
                    </a:lnTo>
                    <a:lnTo>
                      <a:pt x="535305" y="97790"/>
                    </a:lnTo>
                    <a:lnTo>
                      <a:pt x="535178" y="88900"/>
                    </a:lnTo>
                    <a:lnTo>
                      <a:pt x="532765" y="84582"/>
                    </a:lnTo>
                    <a:lnTo>
                      <a:pt x="528828" y="84963"/>
                    </a:lnTo>
                    <a:lnTo>
                      <a:pt x="527812" y="85852"/>
                    </a:lnTo>
                    <a:lnTo>
                      <a:pt x="527558" y="86106"/>
                    </a:lnTo>
                    <a:cubicBezTo>
                      <a:pt x="521081" y="92837"/>
                      <a:pt x="511937" y="97155"/>
                      <a:pt x="501777" y="97155"/>
                    </a:cubicBezTo>
                    <a:lnTo>
                      <a:pt x="487807" y="96647"/>
                    </a:lnTo>
                    <a:lnTo>
                      <a:pt x="470916" y="89027"/>
                    </a:lnTo>
                    <a:cubicBezTo>
                      <a:pt x="460502" y="84074"/>
                      <a:pt x="443611" y="74803"/>
                      <a:pt x="441452" y="73533"/>
                    </a:cubicBezTo>
                    <a:cubicBezTo>
                      <a:pt x="414655" y="57658"/>
                      <a:pt x="414528" y="58293"/>
                      <a:pt x="403860" y="53086"/>
                    </a:cubicBezTo>
                    <a:cubicBezTo>
                      <a:pt x="398780" y="50546"/>
                      <a:pt x="378333" y="42799"/>
                      <a:pt x="365252" y="39624"/>
                    </a:cubicBezTo>
                    <a:cubicBezTo>
                      <a:pt x="222123" y="0"/>
                      <a:pt x="107950" y="64770"/>
                      <a:pt x="107950" y="64770"/>
                    </a:cubicBezTo>
                    <a:lnTo>
                      <a:pt x="93091" y="72644"/>
                    </a:lnTo>
                    <a:cubicBezTo>
                      <a:pt x="42672" y="107950"/>
                      <a:pt x="17018" y="147320"/>
                      <a:pt x="13462" y="196850"/>
                    </a:cubicBezTo>
                    <a:cubicBezTo>
                      <a:pt x="12319" y="212090"/>
                      <a:pt x="13970" y="266700"/>
                      <a:pt x="48895" y="302641"/>
                    </a:cubicBezTo>
                    <a:cubicBezTo>
                      <a:pt x="75438" y="329946"/>
                      <a:pt x="108204" y="346964"/>
                      <a:pt x="146939" y="355346"/>
                    </a:cubicBezTo>
                    <a:lnTo>
                      <a:pt x="236347" y="374396"/>
                    </a:lnTo>
                    <a:cubicBezTo>
                      <a:pt x="245999" y="376301"/>
                      <a:pt x="256032" y="377952"/>
                      <a:pt x="265811" y="380111"/>
                    </a:cubicBezTo>
                    <a:lnTo>
                      <a:pt x="343662" y="398018"/>
                    </a:lnTo>
                    <a:cubicBezTo>
                      <a:pt x="358521" y="402082"/>
                      <a:pt x="373380" y="407924"/>
                      <a:pt x="386080" y="415671"/>
                    </a:cubicBezTo>
                    <a:cubicBezTo>
                      <a:pt x="409956" y="429768"/>
                      <a:pt x="415544" y="451739"/>
                      <a:pt x="413258" y="476250"/>
                    </a:cubicBezTo>
                    <a:cubicBezTo>
                      <a:pt x="411607" y="494157"/>
                      <a:pt x="402844" y="509270"/>
                      <a:pt x="388239" y="520827"/>
                    </a:cubicBezTo>
                  </a:path>
                </a:pathLst>
              </a:custGeom>
              <a:solidFill>
                <a:srgbClr val="000000"/>
              </a:solidFill>
            </p:spPr>
            <p:txBody>
              <a:bodyPr/>
              <a:lstStyle/>
              <a:p>
                <a:endParaRPr lang="ko-KR" altLang="en-US"/>
              </a:p>
            </p:txBody>
          </p:sp>
        </p:grpSp>
        <p:grpSp>
          <p:nvGrpSpPr>
            <p:cNvPr id="58" name="Group 20"/>
            <p:cNvGrpSpPr/>
            <p:nvPr/>
          </p:nvGrpSpPr>
          <p:grpSpPr>
            <a:xfrm>
              <a:off x="23119413" y="6303902"/>
              <a:ext cx="729263" cy="1138218"/>
              <a:chOff x="0" y="0"/>
              <a:chExt cx="729259" cy="1138212"/>
            </a:xfrm>
          </p:grpSpPr>
          <p:sp>
            <p:nvSpPr>
              <p:cNvPr id="59" name="Freeform 21"/>
              <p:cNvSpPr/>
              <p:nvPr/>
            </p:nvSpPr>
            <p:spPr>
              <a:xfrm>
                <a:off x="140716" y="629793"/>
                <a:ext cx="14605" cy="35560"/>
              </a:xfrm>
              <a:custGeom>
                <a:avLst/>
                <a:gdLst/>
                <a:ahLst/>
                <a:cxnLst/>
                <a:rect l="l" t="t" r="r" b="b"/>
                <a:pathLst>
                  <a:path w="14605" h="35560">
                    <a:moveTo>
                      <a:pt x="8509" y="35560"/>
                    </a:moveTo>
                    <a:lnTo>
                      <a:pt x="14605" y="24130"/>
                    </a:lnTo>
                    <a:cubicBezTo>
                      <a:pt x="11684" y="12700"/>
                      <a:pt x="5715" y="6477"/>
                      <a:pt x="0" y="0"/>
                    </a:cubicBezTo>
                    <a:lnTo>
                      <a:pt x="8636" y="35560"/>
                    </a:lnTo>
                  </a:path>
                </a:pathLst>
              </a:custGeom>
              <a:solidFill>
                <a:srgbClr val="EA1D22"/>
              </a:solidFill>
            </p:spPr>
            <p:txBody>
              <a:bodyPr/>
              <a:lstStyle/>
              <a:p>
                <a:endParaRPr lang="ko-KR" altLang="en-US"/>
              </a:p>
            </p:txBody>
          </p:sp>
          <p:sp>
            <p:nvSpPr>
              <p:cNvPr id="60" name="Freeform 22"/>
              <p:cNvSpPr/>
              <p:nvPr/>
            </p:nvSpPr>
            <p:spPr>
              <a:xfrm>
                <a:off x="63500" y="423672"/>
                <a:ext cx="602234" cy="651002"/>
              </a:xfrm>
              <a:custGeom>
                <a:avLst/>
                <a:gdLst/>
                <a:ahLst/>
                <a:cxnLst/>
                <a:rect l="l" t="t" r="r" b="b"/>
                <a:pathLst>
                  <a:path w="602234" h="651002">
                    <a:moveTo>
                      <a:pt x="332486" y="50419"/>
                    </a:moveTo>
                    <a:lnTo>
                      <a:pt x="332486" y="14351"/>
                    </a:lnTo>
                    <a:cubicBezTo>
                      <a:pt x="332486" y="14351"/>
                      <a:pt x="332486" y="0"/>
                      <a:pt x="315595" y="0"/>
                    </a:cubicBezTo>
                    <a:lnTo>
                      <a:pt x="278130" y="0"/>
                    </a:lnTo>
                    <a:cubicBezTo>
                      <a:pt x="273939" y="0"/>
                      <a:pt x="263906" y="889"/>
                      <a:pt x="251841" y="12954"/>
                    </a:cubicBezTo>
                    <a:lnTo>
                      <a:pt x="248793" y="16383"/>
                    </a:lnTo>
                    <a:cubicBezTo>
                      <a:pt x="261493" y="19685"/>
                      <a:pt x="268986" y="28702"/>
                      <a:pt x="268986" y="36322"/>
                    </a:cubicBezTo>
                    <a:lnTo>
                      <a:pt x="268986" y="50546"/>
                    </a:lnTo>
                    <a:cubicBezTo>
                      <a:pt x="210058" y="56769"/>
                      <a:pt x="156210" y="80137"/>
                      <a:pt x="112395" y="115443"/>
                    </a:cubicBezTo>
                    <a:lnTo>
                      <a:pt x="140843" y="150114"/>
                    </a:lnTo>
                    <a:cubicBezTo>
                      <a:pt x="144526" y="153797"/>
                      <a:pt x="148336" y="157226"/>
                      <a:pt x="152146" y="160655"/>
                    </a:cubicBezTo>
                    <a:cubicBezTo>
                      <a:pt x="194437" y="127254"/>
                      <a:pt x="246380" y="109093"/>
                      <a:pt x="301117" y="109093"/>
                    </a:cubicBezTo>
                    <a:cubicBezTo>
                      <a:pt x="365506" y="109093"/>
                      <a:pt x="425958" y="134112"/>
                      <a:pt x="471424" y="179705"/>
                    </a:cubicBezTo>
                    <a:cubicBezTo>
                      <a:pt x="516890" y="225298"/>
                      <a:pt x="542036" y="285750"/>
                      <a:pt x="542036" y="350012"/>
                    </a:cubicBezTo>
                    <a:cubicBezTo>
                      <a:pt x="542036" y="414274"/>
                      <a:pt x="517017" y="474853"/>
                      <a:pt x="471424" y="520319"/>
                    </a:cubicBezTo>
                    <a:cubicBezTo>
                      <a:pt x="425831" y="565785"/>
                      <a:pt x="365379" y="590931"/>
                      <a:pt x="301117" y="590931"/>
                    </a:cubicBezTo>
                    <a:cubicBezTo>
                      <a:pt x="236855" y="590931"/>
                      <a:pt x="176276" y="565912"/>
                      <a:pt x="130810" y="520319"/>
                    </a:cubicBezTo>
                    <a:cubicBezTo>
                      <a:pt x="91440" y="480949"/>
                      <a:pt x="67310" y="430149"/>
                      <a:pt x="61595" y="375539"/>
                    </a:cubicBezTo>
                    <a:cubicBezTo>
                      <a:pt x="38227" y="348234"/>
                      <a:pt x="19812" y="317627"/>
                      <a:pt x="7112" y="284861"/>
                    </a:cubicBezTo>
                    <a:lnTo>
                      <a:pt x="0" y="349885"/>
                    </a:lnTo>
                    <a:cubicBezTo>
                      <a:pt x="0" y="516255"/>
                      <a:pt x="134747" y="651002"/>
                      <a:pt x="301117" y="651002"/>
                    </a:cubicBezTo>
                    <a:cubicBezTo>
                      <a:pt x="467487" y="651002"/>
                      <a:pt x="602234" y="516255"/>
                      <a:pt x="602234" y="349885"/>
                    </a:cubicBezTo>
                    <a:cubicBezTo>
                      <a:pt x="602234" y="194183"/>
                      <a:pt x="483997" y="66040"/>
                      <a:pt x="332486" y="50419"/>
                    </a:cubicBezTo>
                  </a:path>
                </a:pathLst>
              </a:custGeom>
              <a:solidFill>
                <a:srgbClr val="EA1D22"/>
              </a:solidFill>
            </p:spPr>
            <p:txBody>
              <a:bodyPr/>
              <a:lstStyle/>
              <a:p>
                <a:endParaRPr lang="ko-KR" altLang="en-US"/>
              </a:p>
            </p:txBody>
          </p:sp>
          <p:sp>
            <p:nvSpPr>
              <p:cNvPr id="61" name="Freeform 23"/>
              <p:cNvSpPr/>
              <p:nvPr/>
            </p:nvSpPr>
            <p:spPr>
              <a:xfrm>
                <a:off x="138049" y="522097"/>
                <a:ext cx="415544" cy="192405"/>
              </a:xfrm>
              <a:custGeom>
                <a:avLst/>
                <a:gdLst/>
                <a:ahLst/>
                <a:cxnLst/>
                <a:rect l="l" t="t" r="r" b="b"/>
                <a:pathLst>
                  <a:path w="415544" h="192405">
                    <a:moveTo>
                      <a:pt x="415417" y="125857"/>
                    </a:moveTo>
                    <a:lnTo>
                      <a:pt x="386969" y="91186"/>
                    </a:lnTo>
                    <a:cubicBezTo>
                      <a:pt x="383286" y="87503"/>
                      <a:pt x="379603" y="84074"/>
                      <a:pt x="375666" y="80645"/>
                    </a:cubicBezTo>
                    <a:cubicBezTo>
                      <a:pt x="333375" y="114046"/>
                      <a:pt x="281432" y="132207"/>
                      <a:pt x="226695" y="132207"/>
                    </a:cubicBezTo>
                    <a:cubicBezTo>
                      <a:pt x="162306" y="132207"/>
                      <a:pt x="101854" y="107188"/>
                      <a:pt x="56388" y="61595"/>
                    </a:cubicBezTo>
                    <a:cubicBezTo>
                      <a:pt x="38100" y="43307"/>
                      <a:pt x="22987" y="22479"/>
                      <a:pt x="11557" y="0"/>
                    </a:cubicBezTo>
                    <a:cubicBezTo>
                      <a:pt x="3937" y="22860"/>
                      <a:pt x="0" y="47117"/>
                      <a:pt x="0" y="72009"/>
                    </a:cubicBezTo>
                    <a:lnTo>
                      <a:pt x="254" y="84201"/>
                    </a:lnTo>
                    <a:cubicBezTo>
                      <a:pt x="55880" y="152908"/>
                      <a:pt x="136652" y="192405"/>
                      <a:pt x="226695" y="192405"/>
                    </a:cubicBezTo>
                    <a:cubicBezTo>
                      <a:pt x="298196" y="192405"/>
                      <a:pt x="363855" y="167513"/>
                      <a:pt x="415544" y="125857"/>
                    </a:cubicBezTo>
                  </a:path>
                </a:pathLst>
              </a:custGeom>
              <a:solidFill>
                <a:srgbClr val="EA1D22"/>
              </a:solidFill>
            </p:spPr>
            <p:txBody>
              <a:bodyPr/>
              <a:lstStyle/>
              <a:p>
                <a:endParaRPr lang="ko-KR" altLang="en-US"/>
              </a:p>
            </p:txBody>
          </p:sp>
          <p:sp>
            <p:nvSpPr>
              <p:cNvPr id="62" name="Freeform 24"/>
              <p:cNvSpPr/>
              <p:nvPr/>
            </p:nvSpPr>
            <p:spPr>
              <a:xfrm>
                <a:off x="63500" y="63500"/>
                <a:ext cx="602234" cy="517779"/>
              </a:xfrm>
              <a:custGeom>
                <a:avLst/>
                <a:gdLst/>
                <a:ahLst/>
                <a:cxnLst/>
                <a:rect l="l" t="t" r="r" b="b"/>
                <a:pathLst>
                  <a:path w="602234" h="517779">
                    <a:moveTo>
                      <a:pt x="61468" y="325755"/>
                    </a:moveTo>
                    <a:cubicBezTo>
                      <a:pt x="66929" y="270510"/>
                      <a:pt x="91059" y="219329"/>
                      <a:pt x="130810" y="179578"/>
                    </a:cubicBezTo>
                    <a:cubicBezTo>
                      <a:pt x="176276" y="134112"/>
                      <a:pt x="236855" y="108966"/>
                      <a:pt x="301117" y="108966"/>
                    </a:cubicBezTo>
                    <a:cubicBezTo>
                      <a:pt x="365379" y="108966"/>
                      <a:pt x="425958" y="133985"/>
                      <a:pt x="471424" y="179578"/>
                    </a:cubicBezTo>
                    <a:cubicBezTo>
                      <a:pt x="516890" y="225171"/>
                      <a:pt x="542036" y="285623"/>
                      <a:pt x="542036" y="349885"/>
                    </a:cubicBezTo>
                    <a:cubicBezTo>
                      <a:pt x="542036" y="393700"/>
                      <a:pt x="530352" y="435864"/>
                      <a:pt x="508508" y="472567"/>
                    </a:cubicBezTo>
                    <a:lnTo>
                      <a:pt x="534670" y="498221"/>
                    </a:lnTo>
                    <a:cubicBezTo>
                      <a:pt x="540385" y="504571"/>
                      <a:pt x="545846" y="511048"/>
                      <a:pt x="551053" y="517779"/>
                    </a:cubicBezTo>
                    <a:cubicBezTo>
                      <a:pt x="583438" y="469773"/>
                      <a:pt x="602234" y="411988"/>
                      <a:pt x="602234" y="349758"/>
                    </a:cubicBezTo>
                    <a:cubicBezTo>
                      <a:pt x="602234" y="194056"/>
                      <a:pt x="483997" y="65913"/>
                      <a:pt x="332486" y="50292"/>
                    </a:cubicBezTo>
                    <a:lnTo>
                      <a:pt x="332486" y="14351"/>
                    </a:lnTo>
                    <a:cubicBezTo>
                      <a:pt x="332486" y="14351"/>
                      <a:pt x="332486" y="0"/>
                      <a:pt x="315595" y="0"/>
                    </a:cubicBezTo>
                    <a:lnTo>
                      <a:pt x="278130" y="0"/>
                    </a:lnTo>
                    <a:cubicBezTo>
                      <a:pt x="273939" y="0"/>
                      <a:pt x="263906" y="889"/>
                      <a:pt x="251841" y="12954"/>
                    </a:cubicBezTo>
                    <a:lnTo>
                      <a:pt x="248793" y="16383"/>
                    </a:lnTo>
                    <a:cubicBezTo>
                      <a:pt x="261493" y="19685"/>
                      <a:pt x="268986" y="28702"/>
                      <a:pt x="268986" y="36322"/>
                    </a:cubicBezTo>
                    <a:lnTo>
                      <a:pt x="268986" y="50546"/>
                    </a:lnTo>
                    <a:cubicBezTo>
                      <a:pt x="117729" y="66548"/>
                      <a:pt x="0" y="194564"/>
                      <a:pt x="0" y="349885"/>
                    </a:cubicBezTo>
                    <a:lnTo>
                      <a:pt x="7366" y="416052"/>
                    </a:lnTo>
                    <a:cubicBezTo>
                      <a:pt x="20066" y="383413"/>
                      <a:pt x="38354" y="352806"/>
                      <a:pt x="61468" y="325755"/>
                    </a:cubicBezTo>
                  </a:path>
                </a:pathLst>
              </a:custGeom>
              <a:solidFill>
                <a:srgbClr val="EA1D22"/>
              </a:solidFill>
            </p:spPr>
            <p:txBody>
              <a:bodyPr/>
              <a:lstStyle/>
              <a:p>
                <a:endParaRPr lang="ko-KR" altLang="en-US"/>
              </a:p>
            </p:txBody>
          </p:sp>
          <p:sp>
            <p:nvSpPr>
              <p:cNvPr id="63" name="Freeform 25"/>
              <p:cNvSpPr/>
              <p:nvPr/>
            </p:nvSpPr>
            <p:spPr>
              <a:xfrm>
                <a:off x="63500" y="244221"/>
                <a:ext cx="527939" cy="651002"/>
              </a:xfrm>
              <a:custGeom>
                <a:avLst/>
                <a:gdLst/>
                <a:ahLst/>
                <a:cxnLst/>
                <a:rect l="l" t="t" r="r" b="b"/>
                <a:pathLst>
                  <a:path w="527939" h="651002">
                    <a:moveTo>
                      <a:pt x="301117" y="651002"/>
                    </a:moveTo>
                    <a:cubicBezTo>
                      <a:pt x="391033" y="651002"/>
                      <a:pt x="471805" y="611505"/>
                      <a:pt x="527050" y="549021"/>
                    </a:cubicBezTo>
                    <a:lnTo>
                      <a:pt x="527939" y="535940"/>
                    </a:lnTo>
                    <a:cubicBezTo>
                      <a:pt x="527939" y="504825"/>
                      <a:pt x="524002" y="480822"/>
                      <a:pt x="516509" y="458089"/>
                    </a:cubicBezTo>
                    <a:cubicBezTo>
                      <a:pt x="505079" y="480822"/>
                      <a:pt x="489966" y="501777"/>
                      <a:pt x="471551" y="520192"/>
                    </a:cubicBezTo>
                    <a:cubicBezTo>
                      <a:pt x="426085" y="565658"/>
                      <a:pt x="365506" y="590804"/>
                      <a:pt x="301244" y="590804"/>
                    </a:cubicBezTo>
                    <a:cubicBezTo>
                      <a:pt x="236982" y="590804"/>
                      <a:pt x="176403" y="565785"/>
                      <a:pt x="130937" y="520192"/>
                    </a:cubicBezTo>
                    <a:cubicBezTo>
                      <a:pt x="85471" y="474599"/>
                      <a:pt x="60325" y="414147"/>
                      <a:pt x="60325" y="349885"/>
                    </a:cubicBezTo>
                    <a:cubicBezTo>
                      <a:pt x="60325" y="285623"/>
                      <a:pt x="85344" y="225044"/>
                      <a:pt x="130937" y="179578"/>
                    </a:cubicBezTo>
                    <a:cubicBezTo>
                      <a:pt x="176530" y="134112"/>
                      <a:pt x="236982" y="108966"/>
                      <a:pt x="301244" y="108966"/>
                    </a:cubicBezTo>
                    <a:cubicBezTo>
                      <a:pt x="365506" y="108966"/>
                      <a:pt x="426085" y="133985"/>
                      <a:pt x="471551" y="179578"/>
                    </a:cubicBezTo>
                    <a:cubicBezTo>
                      <a:pt x="489839" y="197866"/>
                      <a:pt x="504952" y="218694"/>
                      <a:pt x="516255" y="241173"/>
                    </a:cubicBezTo>
                    <a:cubicBezTo>
                      <a:pt x="523875" y="218186"/>
                      <a:pt x="527939" y="193929"/>
                      <a:pt x="527939" y="169291"/>
                    </a:cubicBezTo>
                    <a:lnTo>
                      <a:pt x="527685" y="157099"/>
                    </a:lnTo>
                    <a:cubicBezTo>
                      <a:pt x="478536" y="95758"/>
                      <a:pt x="409829" y="58547"/>
                      <a:pt x="332486" y="50546"/>
                    </a:cubicBezTo>
                    <a:lnTo>
                      <a:pt x="332486" y="14351"/>
                    </a:lnTo>
                    <a:cubicBezTo>
                      <a:pt x="332486" y="14351"/>
                      <a:pt x="332486" y="0"/>
                      <a:pt x="315595" y="0"/>
                    </a:cubicBezTo>
                    <a:lnTo>
                      <a:pt x="278130" y="0"/>
                    </a:lnTo>
                    <a:cubicBezTo>
                      <a:pt x="273939" y="0"/>
                      <a:pt x="263906" y="889"/>
                      <a:pt x="251841" y="12954"/>
                    </a:cubicBezTo>
                    <a:lnTo>
                      <a:pt x="248793" y="16383"/>
                    </a:lnTo>
                    <a:cubicBezTo>
                      <a:pt x="261493" y="19685"/>
                      <a:pt x="268986" y="28702"/>
                      <a:pt x="268986" y="36322"/>
                    </a:cubicBezTo>
                    <a:lnTo>
                      <a:pt x="268986" y="50546"/>
                    </a:lnTo>
                    <a:cubicBezTo>
                      <a:pt x="117729" y="66548"/>
                      <a:pt x="0" y="194437"/>
                      <a:pt x="0" y="349885"/>
                    </a:cubicBezTo>
                    <a:cubicBezTo>
                      <a:pt x="0" y="516128"/>
                      <a:pt x="134874" y="651002"/>
                      <a:pt x="301117" y="651002"/>
                    </a:cubicBezTo>
                  </a:path>
                </a:pathLst>
              </a:custGeom>
              <a:solidFill>
                <a:srgbClr val="EA1D22"/>
              </a:solidFill>
            </p:spPr>
            <p:txBody>
              <a:bodyPr/>
              <a:lstStyle/>
              <a:p>
                <a:endParaRPr lang="ko-KR" altLang="en-US"/>
              </a:p>
            </p:txBody>
          </p:sp>
          <p:sp>
            <p:nvSpPr>
              <p:cNvPr id="64" name="Freeform 26"/>
              <p:cNvSpPr/>
              <p:nvPr/>
            </p:nvSpPr>
            <p:spPr>
              <a:xfrm>
                <a:off x="623570" y="527812"/>
                <a:ext cx="42291" cy="131572"/>
              </a:xfrm>
              <a:custGeom>
                <a:avLst/>
                <a:gdLst/>
                <a:ahLst/>
                <a:cxnLst/>
                <a:rect l="l" t="t" r="r" b="b"/>
                <a:pathLst>
                  <a:path w="42291" h="131572">
                    <a:moveTo>
                      <a:pt x="2794" y="61468"/>
                    </a:moveTo>
                    <a:lnTo>
                      <a:pt x="0" y="65659"/>
                    </a:lnTo>
                    <a:lnTo>
                      <a:pt x="35179" y="131572"/>
                    </a:lnTo>
                    <a:cubicBezTo>
                      <a:pt x="39878" y="110490"/>
                      <a:pt x="42291" y="88646"/>
                      <a:pt x="42291" y="66167"/>
                    </a:cubicBezTo>
                    <a:lnTo>
                      <a:pt x="35052" y="0"/>
                    </a:lnTo>
                    <a:cubicBezTo>
                      <a:pt x="26670" y="21463"/>
                      <a:pt x="16002" y="42037"/>
                      <a:pt x="2921" y="61341"/>
                    </a:cubicBezTo>
                  </a:path>
                </a:pathLst>
              </a:custGeom>
              <a:solidFill>
                <a:srgbClr val="EA1D22"/>
              </a:solidFill>
            </p:spPr>
            <p:txBody>
              <a:bodyPr/>
              <a:lstStyle/>
              <a:p>
                <a:endParaRPr lang="ko-KR" altLang="en-US"/>
              </a:p>
            </p:txBody>
          </p:sp>
        </p:grpSp>
      </p:grpSp>
    </p:spTree>
    <p:extLst>
      <p:ext uri="{BB962C8B-B14F-4D97-AF65-F5344CB8AC3E}">
        <p14:creationId xmlns:p14="http://schemas.microsoft.com/office/powerpoint/2010/main" val="3905801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2A6C5D-1586-466F-A176-C4D04CD009F0}" type="datetimeFigureOut">
              <a:rPr lang="ko-KR" altLang="en-US" smtClean="0"/>
              <a:t>2026-04-03</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0E76E0-9845-4C11-9A6C-FC5A1DB6A79C}" type="slidenum">
              <a:rPr lang="ko-KR" altLang="en-US" smtClean="0"/>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7" r:id="rId14"/>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chart" Target="../charts/chart2.xml"/><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DD44289C-1183-DD1C-AFFD-F7359F17D0B1}"/>
              </a:ext>
            </a:extLst>
          </p:cNvPr>
          <p:cNvSpPr>
            <a:spLocks noGrp="1"/>
          </p:cNvSpPr>
          <p:nvPr>
            <p:ph type="body" sz="quarter" idx="11"/>
          </p:nvPr>
        </p:nvSpPr>
        <p:spPr/>
        <p:txBody>
          <a:bodyPr>
            <a:normAutofit/>
          </a:bodyPr>
          <a:lstStyle/>
          <a:p>
            <a:r>
              <a:rPr lang="en-US" altLang="ko-KR" b="1">
                <a:latin typeface="나눔스퀘어 네오 Light" panose="00000400000000000000" pitchFamily="2" charset="-127"/>
                <a:ea typeface="나눔스퀘어 네오 Light" panose="00000400000000000000" pitchFamily="2" charset="-127"/>
              </a:rPr>
              <a:t>2026.04.01</a:t>
            </a:r>
            <a:endParaRPr lang="ko-KR" altLang="en-US" b="1" dirty="0">
              <a:latin typeface="나눔스퀘어 네오 Light" panose="00000400000000000000" pitchFamily="2" charset="-127"/>
              <a:ea typeface="나눔스퀘어 네오 Light" panose="00000400000000000000" pitchFamily="2" charset="-127"/>
            </a:endParaRPr>
          </a:p>
        </p:txBody>
      </p:sp>
      <p:sp>
        <p:nvSpPr>
          <p:cNvPr id="5" name="텍스트 개체 틀 4">
            <a:extLst>
              <a:ext uri="{FF2B5EF4-FFF2-40B4-BE49-F238E27FC236}">
                <a16:creationId xmlns:a16="http://schemas.microsoft.com/office/drawing/2014/main" id="{ACA4E85E-9087-E3DB-9758-9E4FB602B7A1}"/>
              </a:ext>
            </a:extLst>
          </p:cNvPr>
          <p:cNvSpPr>
            <a:spLocks noGrp="1"/>
          </p:cNvSpPr>
          <p:nvPr>
            <p:ph type="body" sz="quarter" idx="12"/>
          </p:nvPr>
        </p:nvSpPr>
        <p:spPr/>
        <p:txBody>
          <a:bodyPr/>
          <a:lstStyle/>
          <a:p>
            <a:r>
              <a:rPr lang="ko-KR" altLang="en-US" b="1" dirty="0">
                <a:latin typeface="나눔스퀘어 네오 Bold" panose="00000800000000000000" pitchFamily="2" charset="-127"/>
                <a:ea typeface="나눔스퀘어 네오 Bold" panose="00000800000000000000" pitchFamily="2" charset="-127"/>
              </a:rPr>
              <a:t>코스맥스 광저우</a:t>
            </a:r>
            <a:endParaRPr lang="en-US" altLang="ko-KR" b="1" dirty="0">
              <a:latin typeface="나눔스퀘어 네오 Bold" panose="00000800000000000000" pitchFamily="2" charset="-127"/>
              <a:ea typeface="나눔스퀘어 네오 Bold" panose="00000800000000000000" pitchFamily="2" charset="-127"/>
            </a:endParaRPr>
          </a:p>
          <a:p>
            <a:r>
              <a:rPr lang="ko-KR" altLang="en-US" b="1" dirty="0">
                <a:latin typeface="나눔스퀘어 네오 Bold" panose="00000800000000000000" pitchFamily="2" charset="-127"/>
                <a:ea typeface="나눔스퀘어 네오 Bold" panose="00000800000000000000" pitchFamily="2" charset="-127"/>
              </a:rPr>
              <a:t>업무보고</a:t>
            </a:r>
          </a:p>
        </p:txBody>
      </p:sp>
    </p:spTree>
    <p:extLst>
      <p:ext uri="{BB962C8B-B14F-4D97-AF65-F5344CB8AC3E}">
        <p14:creationId xmlns:p14="http://schemas.microsoft.com/office/powerpoint/2010/main" val="3858473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28B72-8415-B6D8-5681-113B91C65F4F}"/>
            </a:ext>
          </a:extLst>
        </p:cNvPr>
        <p:cNvGrpSpPr/>
        <p:nvPr/>
      </p:nvGrpSpPr>
      <p:grpSpPr>
        <a:xfrm>
          <a:off x="0" y="0"/>
          <a:ext cx="0" cy="0"/>
          <a:chOff x="0" y="0"/>
          <a:chExt cx="0" cy="0"/>
        </a:xfrm>
      </p:grpSpPr>
      <p:sp>
        <p:nvSpPr>
          <p:cNvPr id="9" name="Shape 4">
            <a:extLst>
              <a:ext uri="{FF2B5EF4-FFF2-40B4-BE49-F238E27FC236}">
                <a16:creationId xmlns:a16="http://schemas.microsoft.com/office/drawing/2014/main" id="{18953F9A-B11D-A9CF-E5BC-F9882B0F5953}"/>
              </a:ext>
            </a:extLst>
          </p:cNvPr>
          <p:cNvSpPr/>
          <p:nvPr/>
        </p:nvSpPr>
        <p:spPr>
          <a:xfrm>
            <a:off x="399958" y="2379140"/>
            <a:ext cx="4321123" cy="4021655"/>
          </a:xfrm>
          <a:prstGeom prst="roundRect">
            <a:avLst>
              <a:gd name="adj" fmla="val 1131"/>
            </a:avLst>
          </a:prstGeom>
          <a:noFill/>
          <a:ln w="12700">
            <a:solidFill>
              <a:srgbClr val="E5E2EA"/>
            </a:solidFill>
            <a:prstDash val="solid"/>
          </a:ln>
          <a:effectLst>
            <a:outerShdw blurRad="63500" dist="38100" dir="16200000" algn="bl" rotWithShape="0">
              <a:srgbClr val="000000">
                <a:alpha val="5000"/>
              </a:srgbClr>
            </a:outerShdw>
          </a:effectLst>
        </p:spPr>
        <p:txBody>
          <a:bodyPr/>
          <a:lstStyle/>
          <a:p>
            <a:endParaRPr lang="ko-KR" altLang="en-US">
              <a:latin typeface="나눔스퀘어 네오 OTF Bold" panose="00000800000000000000" pitchFamily="50" charset="-127"/>
              <a:ea typeface="나눔스퀘어 네오 OTF Bold" panose="00000800000000000000" pitchFamily="50" charset="-127"/>
            </a:endParaRPr>
          </a:p>
        </p:txBody>
      </p:sp>
      <p:sp>
        <p:nvSpPr>
          <p:cNvPr id="2" name="TextBox 1">
            <a:extLst>
              <a:ext uri="{FF2B5EF4-FFF2-40B4-BE49-F238E27FC236}">
                <a16:creationId xmlns:a16="http://schemas.microsoft.com/office/drawing/2014/main" id="{9F997652-AB11-E994-CF6C-EB4E13978873}"/>
              </a:ext>
            </a:extLst>
          </p:cNvPr>
          <p:cNvSpPr txBox="1"/>
          <p:nvPr/>
        </p:nvSpPr>
        <p:spPr>
          <a:xfrm>
            <a:off x="9337964" y="354525"/>
            <a:ext cx="2862743" cy="323165"/>
          </a:xfrm>
          <a:prstGeom prst="rect">
            <a:avLst/>
          </a:prstGeom>
          <a:noFill/>
        </p:spPr>
        <p:txBody>
          <a:bodyPr wrap="square" rtlCol="0">
            <a:spAutoFit/>
          </a:bodyPr>
          <a:lstStyle/>
          <a:p>
            <a:pPr algn="r"/>
            <a:r>
              <a:rPr lang="ko-KR" altLang="en-US" sz="1500" b="1" err="1">
                <a:latin typeface="나눔스퀘어 네오 OTF Bold" panose="00000800000000000000" pitchFamily="50" charset="-127"/>
                <a:ea typeface="나눔스퀘어 네오 OTF Bold" panose="00000800000000000000" pitchFamily="50" charset="-127"/>
              </a:rPr>
              <a:t>코스맥스광저우</a:t>
            </a:r>
            <a:r>
              <a:rPr lang="en-US" altLang="ko-KR" sz="1500" b="1">
                <a:latin typeface="나눔스퀘어 네오 OTF Bold" panose="00000800000000000000" pitchFamily="50" charset="-127"/>
                <a:ea typeface="나눔스퀘어 네오 OTF Bold" panose="00000800000000000000" pitchFamily="50" charset="-127"/>
              </a:rPr>
              <a:t>/YSGB</a:t>
            </a:r>
            <a:endParaRPr lang="ko-KR" altLang="en-US" sz="1500" b="1">
              <a:latin typeface="나눔스퀘어 네오 OTF Bold" panose="00000800000000000000" pitchFamily="50" charset="-127"/>
              <a:ea typeface="나눔스퀘어 네오 OTF Bold" panose="00000800000000000000" pitchFamily="50" charset="-127"/>
            </a:endParaRPr>
          </a:p>
        </p:txBody>
      </p:sp>
      <p:cxnSp>
        <p:nvCxnSpPr>
          <p:cNvPr id="3" name="직선 연결선 2">
            <a:extLst>
              <a:ext uri="{FF2B5EF4-FFF2-40B4-BE49-F238E27FC236}">
                <a16:creationId xmlns:a16="http://schemas.microsoft.com/office/drawing/2014/main" id="{A1B22C1C-5466-359E-4450-7B82AACF15B3}"/>
              </a:ext>
            </a:extLst>
          </p:cNvPr>
          <p:cNvCxnSpPr/>
          <p:nvPr/>
        </p:nvCxnSpPr>
        <p:spPr>
          <a:xfrm>
            <a:off x="8707" y="677690"/>
            <a:ext cx="12192000" cy="0"/>
          </a:xfrm>
          <a:prstGeom prst="line">
            <a:avLst/>
          </a:prstGeom>
          <a:ln w="19050"/>
        </p:spPr>
        <p:style>
          <a:lnRef idx="1">
            <a:schemeClr val="dk1"/>
          </a:lnRef>
          <a:fillRef idx="0">
            <a:schemeClr val="dk1"/>
          </a:fillRef>
          <a:effectRef idx="0">
            <a:schemeClr val="dk1"/>
          </a:effectRef>
          <a:fontRef idx="minor">
            <a:schemeClr val="tx1"/>
          </a:fontRef>
        </p:style>
      </p:cxnSp>
      <p:sp>
        <p:nvSpPr>
          <p:cNvPr id="4" name="TextBox 22">
            <a:extLst>
              <a:ext uri="{FF2B5EF4-FFF2-40B4-BE49-F238E27FC236}">
                <a16:creationId xmlns:a16="http://schemas.microsoft.com/office/drawing/2014/main" id="{625E7B85-AA86-D652-89E1-11D3BAFC50C5}"/>
              </a:ext>
            </a:extLst>
          </p:cNvPr>
          <p:cNvSpPr txBox="1">
            <a:spLocks noChangeArrowheads="1"/>
          </p:cNvSpPr>
          <p:nvPr/>
        </p:nvSpPr>
        <p:spPr bwMode="auto">
          <a:xfrm>
            <a:off x="207390" y="224137"/>
            <a:ext cx="3565525" cy="466725"/>
          </a:xfrm>
          <a:prstGeom prst="rect">
            <a:avLst/>
          </a:prstGeom>
          <a:noFill/>
          <a:ln w="9525">
            <a:noFill/>
            <a:miter lim="800000"/>
          </a:ln>
        </p:spPr>
        <p:txBody>
          <a:bodyPr wrap="none" lIns="91440" tIns="45720" rIns="91440" bIns="45720" anchor="t"/>
          <a:lstStyle/>
          <a:p>
            <a:pPr marL="228600" indent="-228600">
              <a:spcBef>
                <a:spcPts val="200"/>
              </a:spcBef>
            </a:pPr>
            <a:r>
              <a:rPr kumimoji="1" lang="en-US" altLang="ko-KR" sz="2000" b="1" dirty="0">
                <a:latin typeface="나눔스퀘어 네오 OTF Bold" panose="00000800000000000000" pitchFamily="50" charset="-127"/>
                <a:ea typeface="나눔스퀘어 네오 OTF Bold" panose="00000800000000000000" pitchFamily="50" charset="-127"/>
              </a:rPr>
              <a:t>1. 2026</a:t>
            </a:r>
            <a:r>
              <a:rPr kumimoji="1" lang="ko-KR" altLang="en-US" sz="2000" b="1" dirty="0">
                <a:latin typeface="나눔스퀘어 네오 OTF Bold" panose="00000800000000000000" pitchFamily="50" charset="-127"/>
                <a:ea typeface="나눔스퀘어 네오 OTF Bold" panose="00000800000000000000" pitchFamily="50" charset="-127"/>
              </a:rPr>
              <a:t>년 </a:t>
            </a:r>
            <a:r>
              <a:rPr kumimoji="1" lang="en-US" altLang="ko-KR" sz="2000" b="1" dirty="0">
                <a:latin typeface="나눔스퀘어 네오 OTF Bold" panose="00000800000000000000" pitchFamily="50" charset="-127"/>
                <a:ea typeface="나눔스퀘어 네오 OTF Bold" panose="00000800000000000000" pitchFamily="50" charset="-127"/>
              </a:rPr>
              <a:t>1</a:t>
            </a:r>
            <a:r>
              <a:rPr kumimoji="1" lang="ko-KR" altLang="en-US" sz="2000" b="1" dirty="0">
                <a:latin typeface="나눔스퀘어 네오 OTF Bold" panose="00000800000000000000" pitchFamily="50" charset="-127"/>
                <a:ea typeface="나눔스퀘어 네오 OTF Bold" panose="00000800000000000000" pitchFamily="50" charset="-127"/>
              </a:rPr>
              <a:t>분기 예상 매출</a:t>
            </a:r>
            <a:endParaRPr kumimoji="1" lang="en-US" altLang="ko-KR" sz="2000" b="1" dirty="0">
              <a:latin typeface="나눔스퀘어 네오 OTF Bold" panose="00000800000000000000" pitchFamily="50" charset="-127"/>
              <a:ea typeface="나눔스퀘어 네오 OTF Bold" panose="00000800000000000000" pitchFamily="50" charset="-127"/>
            </a:endParaRPr>
          </a:p>
        </p:txBody>
      </p:sp>
      <p:sp>
        <p:nvSpPr>
          <p:cNvPr id="43" name="Shape 4">
            <a:extLst>
              <a:ext uri="{FF2B5EF4-FFF2-40B4-BE49-F238E27FC236}">
                <a16:creationId xmlns:a16="http://schemas.microsoft.com/office/drawing/2014/main" id="{116E652F-B2C3-438C-1EEC-954C5745C444}"/>
              </a:ext>
            </a:extLst>
          </p:cNvPr>
          <p:cNvSpPr/>
          <p:nvPr/>
        </p:nvSpPr>
        <p:spPr>
          <a:xfrm>
            <a:off x="399962" y="861482"/>
            <a:ext cx="3708000" cy="1268770"/>
          </a:xfrm>
          <a:prstGeom prst="roundRect">
            <a:avLst>
              <a:gd name="adj" fmla="val 2880"/>
            </a:avLst>
          </a:prstGeom>
          <a:solidFill>
            <a:schemeClr val="accent1">
              <a:lumMod val="20000"/>
              <a:lumOff val="80000"/>
            </a:schemeClr>
          </a:solidFill>
          <a:ln w="12700">
            <a:solidFill>
              <a:srgbClr val="E5E2EA"/>
            </a:solidFill>
            <a:prstDash val="solid"/>
          </a:ln>
          <a:effectLst>
            <a:outerShdw blurRad="63500" dist="38100" dir="16200000" algn="bl" rotWithShape="0">
              <a:srgbClr val="000000">
                <a:alpha val="5000"/>
              </a:srgbClr>
            </a:outerShdw>
          </a:effectLst>
        </p:spPr>
        <p:txBody>
          <a:bodyPr/>
          <a:lstStyle/>
          <a:p>
            <a:endParaRPr lang="ko-KR" altLang="en-US">
              <a:latin typeface="나눔스퀘어 네오 OTF Bold" panose="00000800000000000000" pitchFamily="50" charset="-127"/>
              <a:ea typeface="나눔스퀘어 네오 OTF Bold" panose="00000800000000000000" pitchFamily="50" charset="-127"/>
            </a:endParaRPr>
          </a:p>
        </p:txBody>
      </p:sp>
      <p:sp>
        <p:nvSpPr>
          <p:cNvPr id="44" name="Shape 4">
            <a:extLst>
              <a:ext uri="{FF2B5EF4-FFF2-40B4-BE49-F238E27FC236}">
                <a16:creationId xmlns:a16="http://schemas.microsoft.com/office/drawing/2014/main" id="{15DA5D1F-8329-CFEB-9E0C-406381900900}"/>
              </a:ext>
            </a:extLst>
          </p:cNvPr>
          <p:cNvSpPr/>
          <p:nvPr/>
        </p:nvSpPr>
        <p:spPr>
          <a:xfrm>
            <a:off x="4288669" y="861482"/>
            <a:ext cx="3708000" cy="1268770"/>
          </a:xfrm>
          <a:prstGeom prst="roundRect">
            <a:avLst>
              <a:gd name="adj" fmla="val 2880"/>
            </a:avLst>
          </a:prstGeom>
          <a:solidFill>
            <a:schemeClr val="tx2">
              <a:lumMod val="20000"/>
              <a:lumOff val="80000"/>
            </a:schemeClr>
          </a:solidFill>
          <a:ln w="12700">
            <a:solidFill>
              <a:srgbClr val="E5E2EA"/>
            </a:solidFill>
            <a:prstDash val="solid"/>
          </a:ln>
          <a:effectLst>
            <a:outerShdw blurRad="63500" dist="38100" dir="16200000" algn="bl" rotWithShape="0">
              <a:srgbClr val="000000">
                <a:alpha val="5000"/>
              </a:srgbClr>
            </a:outerShdw>
          </a:effectLst>
        </p:spPr>
        <p:txBody>
          <a:bodyPr/>
          <a:lstStyle/>
          <a:p>
            <a:endParaRPr lang="ko-KR" altLang="en-US">
              <a:latin typeface="나눔스퀘어 네오 OTF Bold" panose="00000800000000000000" pitchFamily="50" charset="-127"/>
              <a:ea typeface="나눔스퀘어 네오 OTF Bold" panose="00000800000000000000" pitchFamily="50" charset="-127"/>
            </a:endParaRPr>
          </a:p>
        </p:txBody>
      </p:sp>
      <p:sp>
        <p:nvSpPr>
          <p:cNvPr id="45" name="Shape 4">
            <a:extLst>
              <a:ext uri="{FF2B5EF4-FFF2-40B4-BE49-F238E27FC236}">
                <a16:creationId xmlns:a16="http://schemas.microsoft.com/office/drawing/2014/main" id="{9CFF68C4-F7C5-7EE1-92B6-2C348A80BE4C}"/>
              </a:ext>
            </a:extLst>
          </p:cNvPr>
          <p:cNvSpPr/>
          <p:nvPr/>
        </p:nvSpPr>
        <p:spPr>
          <a:xfrm>
            <a:off x="8167329" y="861482"/>
            <a:ext cx="3708000" cy="1268770"/>
          </a:xfrm>
          <a:prstGeom prst="roundRect">
            <a:avLst>
              <a:gd name="adj" fmla="val 2880"/>
            </a:avLst>
          </a:prstGeom>
          <a:solidFill>
            <a:schemeClr val="bg2">
              <a:lumMod val="90000"/>
            </a:schemeClr>
          </a:solidFill>
          <a:ln w="12700">
            <a:solidFill>
              <a:srgbClr val="E5E2EA"/>
            </a:solidFill>
            <a:prstDash val="solid"/>
          </a:ln>
          <a:effectLst>
            <a:outerShdw blurRad="63500" dist="38100" dir="16200000" algn="bl" rotWithShape="0">
              <a:srgbClr val="000000">
                <a:alpha val="5000"/>
              </a:srgbClr>
            </a:outerShdw>
          </a:effectLst>
        </p:spPr>
        <p:txBody>
          <a:bodyPr/>
          <a:lstStyle/>
          <a:p>
            <a:endParaRPr lang="ko-KR" altLang="en-US">
              <a:latin typeface="나눔스퀘어 네오 OTF Bold" panose="00000800000000000000" pitchFamily="50" charset="-127"/>
              <a:ea typeface="나눔스퀘어 네오 OTF Bold" panose="00000800000000000000" pitchFamily="50" charset="-127"/>
            </a:endParaRPr>
          </a:p>
        </p:txBody>
      </p:sp>
      <p:graphicFrame>
        <p:nvGraphicFramePr>
          <p:cNvPr id="54" name="차트 53">
            <a:extLst>
              <a:ext uri="{FF2B5EF4-FFF2-40B4-BE49-F238E27FC236}">
                <a16:creationId xmlns:a16="http://schemas.microsoft.com/office/drawing/2014/main" id="{6D68E565-B143-7E9E-C5D0-93202DE635CD}"/>
              </a:ext>
            </a:extLst>
          </p:cNvPr>
          <p:cNvGraphicFramePr/>
          <p:nvPr>
            <p:extLst>
              <p:ext uri="{D42A27DB-BD31-4B8C-83A1-F6EECF244321}">
                <p14:modId xmlns:p14="http://schemas.microsoft.com/office/powerpoint/2010/main" val="2036094311"/>
              </p:ext>
            </p:extLst>
          </p:nvPr>
        </p:nvGraphicFramePr>
        <p:xfrm>
          <a:off x="633051" y="2985022"/>
          <a:ext cx="3809518" cy="3139552"/>
        </p:xfrm>
        <a:graphic>
          <a:graphicData uri="http://schemas.openxmlformats.org/drawingml/2006/chart">
            <c:chart xmlns:c="http://schemas.openxmlformats.org/drawingml/2006/chart" xmlns:r="http://schemas.openxmlformats.org/officeDocument/2006/relationships" r:id="rId3"/>
          </a:graphicData>
        </a:graphic>
      </p:graphicFrame>
      <p:sp>
        <p:nvSpPr>
          <p:cNvPr id="59" name="Text 6">
            <a:extLst>
              <a:ext uri="{FF2B5EF4-FFF2-40B4-BE49-F238E27FC236}">
                <a16:creationId xmlns:a16="http://schemas.microsoft.com/office/drawing/2014/main" id="{4F92624B-F018-1BD1-9B18-03E47327608B}"/>
              </a:ext>
            </a:extLst>
          </p:cNvPr>
          <p:cNvSpPr txBox="1"/>
          <p:nvPr/>
        </p:nvSpPr>
        <p:spPr>
          <a:xfrm>
            <a:off x="578893" y="969378"/>
            <a:ext cx="2610524" cy="914400"/>
          </a:xfrm>
          <a:prstGeom prst="rect">
            <a:avLst/>
          </a:prstGeom>
          <a:noFill/>
          <a:ln/>
        </p:spPr>
        <p:txBody>
          <a:bodyPr wrap="square" lIns="0" tIns="0" rIns="0" bIns="0" rtlCol="0" anchor="ctr"/>
          <a:lstStyle/>
          <a:p>
            <a:pPr marL="0" indent="0" algn="l">
              <a:buNone/>
            </a:pPr>
            <a:r>
              <a:rPr lang="en-US" sz="3200" b="1" dirty="0">
                <a:solidFill>
                  <a:srgbClr val="203864"/>
                </a:solidFill>
                <a:latin typeface="나눔스퀘어 네오 OTF ExtraBold" panose="00000900000000000000" pitchFamily="50" charset="-127"/>
                <a:ea typeface="나눔스퀘어 네오 OTF ExtraBold" panose="00000900000000000000" pitchFamily="50" charset="-127"/>
                <a:cs typeface="Noto Sans KR" pitchFamily="34" charset="-120"/>
              </a:rPr>
              <a:t>271</a:t>
            </a:r>
            <a:r>
              <a:rPr lang="en-US" sz="4800" b="1" dirty="0">
                <a:solidFill>
                  <a:srgbClr val="203864"/>
                </a:solidFill>
                <a:latin typeface="나눔스퀘어 네오 OTF ExtraBold" panose="00000900000000000000" pitchFamily="50" charset="-127"/>
                <a:ea typeface="나눔스퀘어 네오 OTF ExtraBold" panose="00000900000000000000" pitchFamily="50" charset="-127"/>
                <a:cs typeface="Noto Sans KR" pitchFamily="34" charset="-120"/>
              </a:rPr>
              <a:t> </a:t>
            </a:r>
            <a:r>
              <a:rPr lang="en-US" b="1" dirty="0" err="1">
                <a:solidFill>
                  <a:srgbClr val="535353"/>
                </a:solidFill>
                <a:latin typeface="나눔스퀘어 네오 OTF ExtraBold" panose="00000900000000000000" pitchFamily="50" charset="-127"/>
                <a:ea typeface="나눔스퀘어 네오 OTF ExtraBold" panose="00000900000000000000" pitchFamily="50" charset="-127"/>
                <a:cs typeface="Noto Sans KR" pitchFamily="34" charset="-120"/>
              </a:rPr>
              <a:t>백만</a:t>
            </a:r>
            <a:r>
              <a:rPr lang="en-US" b="1" dirty="0">
                <a:solidFill>
                  <a:srgbClr val="535353"/>
                </a:solidFill>
                <a:latin typeface="나눔스퀘어 네오 OTF ExtraBold" panose="00000900000000000000" pitchFamily="50" charset="-127"/>
                <a:ea typeface="나눔스퀘어 네오 OTF ExtraBold" panose="00000900000000000000" pitchFamily="50" charset="-127"/>
                <a:cs typeface="Noto Sans KR" pitchFamily="34" charset="-120"/>
              </a:rPr>
              <a:t> RMB</a:t>
            </a:r>
            <a:endParaRPr lang="en-US" dirty="0">
              <a:latin typeface="나눔스퀘어 네오 OTF ExtraBold" panose="00000900000000000000" pitchFamily="50" charset="-127"/>
              <a:ea typeface="나눔스퀘어 네오 OTF ExtraBold" panose="00000900000000000000" pitchFamily="50" charset="-127"/>
            </a:endParaRPr>
          </a:p>
        </p:txBody>
      </p:sp>
      <p:sp>
        <p:nvSpPr>
          <p:cNvPr id="61" name="Text 7">
            <a:extLst>
              <a:ext uri="{FF2B5EF4-FFF2-40B4-BE49-F238E27FC236}">
                <a16:creationId xmlns:a16="http://schemas.microsoft.com/office/drawing/2014/main" id="{7DEFAE29-FC37-997E-F51E-D289F9F5CC06}"/>
              </a:ext>
            </a:extLst>
          </p:cNvPr>
          <p:cNvSpPr txBox="1"/>
          <p:nvPr/>
        </p:nvSpPr>
        <p:spPr>
          <a:xfrm>
            <a:off x="578893" y="1788358"/>
            <a:ext cx="2954426" cy="342900"/>
          </a:xfrm>
          <a:prstGeom prst="rect">
            <a:avLst/>
          </a:prstGeom>
          <a:noFill/>
          <a:ln/>
        </p:spPr>
        <p:txBody>
          <a:bodyPr wrap="square" lIns="0" tIns="0" rIns="0" bIns="0" rtlCol="0" anchor="ctr"/>
          <a:lstStyle/>
          <a:p>
            <a:pPr marL="0" indent="0" algn="l">
              <a:buNone/>
            </a:pPr>
            <a:r>
              <a:rPr lang="ko-KR" altLang="en-US" sz="1200" dirty="0">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1200" dirty="0" err="1">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전년</a:t>
            </a:r>
            <a:r>
              <a:rPr lang="en-US" sz="1200" dirty="0">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1200" dirty="0" err="1">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동기</a:t>
            </a:r>
            <a:r>
              <a:rPr lang="en-US" sz="1200" dirty="0">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1200" dirty="0" err="1">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대비</a:t>
            </a:r>
            <a:r>
              <a:rPr lang="en-US" sz="1200" dirty="0">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 +7% </a:t>
            </a:r>
            <a:r>
              <a:rPr lang="en-US" sz="1200" dirty="0" err="1">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성장</a:t>
            </a:r>
            <a:r>
              <a:rPr lang="en-US" sz="1200" dirty="0">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 </a:t>
            </a:r>
            <a:endParaRPr lang="en-US" sz="1200" dirty="0">
              <a:latin typeface="나눔스퀘어 네오 OTF Bold" panose="00000800000000000000" pitchFamily="50" charset="-127"/>
              <a:ea typeface="나눔스퀘어 네오 OTF Bold" panose="00000800000000000000" pitchFamily="50" charset="-127"/>
            </a:endParaRPr>
          </a:p>
        </p:txBody>
      </p:sp>
      <p:sp>
        <p:nvSpPr>
          <p:cNvPr id="80" name="Text 7">
            <a:extLst>
              <a:ext uri="{FF2B5EF4-FFF2-40B4-BE49-F238E27FC236}">
                <a16:creationId xmlns:a16="http://schemas.microsoft.com/office/drawing/2014/main" id="{79BC940D-1475-4489-6FE0-60B348EBD036}"/>
              </a:ext>
            </a:extLst>
          </p:cNvPr>
          <p:cNvSpPr txBox="1"/>
          <p:nvPr/>
        </p:nvSpPr>
        <p:spPr>
          <a:xfrm>
            <a:off x="4467883" y="1797484"/>
            <a:ext cx="2954426" cy="342900"/>
          </a:xfrm>
          <a:prstGeom prst="rect">
            <a:avLst/>
          </a:prstGeom>
          <a:noFill/>
          <a:ln/>
        </p:spPr>
        <p:txBody>
          <a:bodyPr wrap="square" lIns="0" tIns="0" rIns="0" bIns="0" rtlCol="0" anchor="ctr"/>
          <a:lstStyle/>
          <a:p>
            <a:r>
              <a:rPr lang="ko-KR" altLang="en-US" sz="1200" dirty="0">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1200" dirty="0" err="1">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전년</a:t>
            </a:r>
            <a:r>
              <a:rPr lang="en-US" sz="1200" dirty="0">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1200" dirty="0" err="1">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동기</a:t>
            </a:r>
            <a:r>
              <a:rPr lang="en-US" sz="1200" dirty="0">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1200" dirty="0" err="1">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대비</a:t>
            </a:r>
            <a:r>
              <a:rPr lang="en-US" sz="1200" dirty="0">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 +10% </a:t>
            </a:r>
            <a:r>
              <a:rPr lang="en-US" sz="1200" dirty="0" err="1">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성장</a:t>
            </a:r>
            <a:endParaRPr lang="en-US" sz="1200" dirty="0">
              <a:latin typeface="나눔스퀘어 네오 OTF Bold" panose="00000800000000000000" pitchFamily="50" charset="-127"/>
              <a:ea typeface="나눔스퀘어 네오 OTF Bold" panose="00000800000000000000" pitchFamily="50" charset="-127"/>
            </a:endParaRPr>
          </a:p>
        </p:txBody>
      </p:sp>
      <p:sp>
        <p:nvSpPr>
          <p:cNvPr id="7" name="Text 7">
            <a:extLst>
              <a:ext uri="{FF2B5EF4-FFF2-40B4-BE49-F238E27FC236}">
                <a16:creationId xmlns:a16="http://schemas.microsoft.com/office/drawing/2014/main" id="{76FA4277-2B8A-CA0A-8F21-549FF145132D}"/>
              </a:ext>
            </a:extLst>
          </p:cNvPr>
          <p:cNvSpPr txBox="1"/>
          <p:nvPr/>
        </p:nvSpPr>
        <p:spPr>
          <a:xfrm>
            <a:off x="8331983" y="1788358"/>
            <a:ext cx="2954426" cy="342900"/>
          </a:xfrm>
          <a:prstGeom prst="rect">
            <a:avLst/>
          </a:prstGeom>
          <a:noFill/>
          <a:ln/>
        </p:spPr>
        <p:txBody>
          <a:bodyPr wrap="square" lIns="0" tIns="0" rIns="0" bIns="0" rtlCol="0" anchor="ctr"/>
          <a:lstStyle/>
          <a:p>
            <a:pPr marL="0" indent="0" algn="l">
              <a:buNone/>
            </a:pPr>
            <a:r>
              <a:rPr lang="ko-KR" altLang="en-US" sz="1200" dirty="0">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1200" dirty="0" err="1">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전년</a:t>
            </a:r>
            <a:r>
              <a:rPr lang="en-US" sz="1200" dirty="0">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1200" dirty="0" err="1">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동기</a:t>
            </a:r>
            <a:r>
              <a:rPr lang="en-US" sz="1200" dirty="0">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1200" dirty="0" err="1">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대비</a:t>
            </a:r>
            <a:r>
              <a:rPr lang="en-US" sz="1200" dirty="0">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 -1% </a:t>
            </a:r>
            <a:r>
              <a:rPr lang="en-US" sz="1200" dirty="0" err="1">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성장</a:t>
            </a:r>
            <a:endParaRPr lang="en-US" sz="1200" dirty="0">
              <a:solidFill>
                <a:srgbClr val="C00000"/>
              </a:solidFill>
              <a:latin typeface="나눔스퀘어 네오 OTF Bold" panose="00000800000000000000" pitchFamily="50" charset="-127"/>
              <a:ea typeface="나눔스퀘어 네오 OTF Bold" panose="00000800000000000000" pitchFamily="50" charset="-127"/>
            </a:endParaRPr>
          </a:p>
        </p:txBody>
      </p:sp>
      <p:sp>
        <p:nvSpPr>
          <p:cNvPr id="10" name="Shape 4">
            <a:extLst>
              <a:ext uri="{FF2B5EF4-FFF2-40B4-BE49-F238E27FC236}">
                <a16:creationId xmlns:a16="http://schemas.microsoft.com/office/drawing/2014/main" id="{0C5D901E-87A4-B38D-336D-571B3AC5390D}"/>
              </a:ext>
            </a:extLst>
          </p:cNvPr>
          <p:cNvSpPr/>
          <p:nvPr/>
        </p:nvSpPr>
        <p:spPr>
          <a:xfrm>
            <a:off x="4945020" y="2379139"/>
            <a:ext cx="6901992" cy="4021655"/>
          </a:xfrm>
          <a:prstGeom prst="roundRect">
            <a:avLst>
              <a:gd name="adj" fmla="val 1131"/>
            </a:avLst>
          </a:prstGeom>
          <a:noFill/>
          <a:ln w="12700">
            <a:solidFill>
              <a:srgbClr val="E5E2EA"/>
            </a:solidFill>
            <a:prstDash val="solid"/>
          </a:ln>
          <a:effectLst>
            <a:outerShdw blurRad="63500" dist="38100" dir="16200000" algn="bl" rotWithShape="0">
              <a:srgbClr val="000000">
                <a:alpha val="5000"/>
              </a:srgbClr>
            </a:outerShdw>
          </a:effectLst>
        </p:spPr>
        <p:txBody>
          <a:bodyPr/>
          <a:lstStyle/>
          <a:p>
            <a:endParaRPr lang="ko-KR" altLang="en-US">
              <a:latin typeface="나눔스퀘어 네오 OTF Bold" panose="00000800000000000000" pitchFamily="50" charset="-127"/>
              <a:ea typeface="나눔스퀘어 네오 OTF Bold" panose="00000800000000000000" pitchFamily="50" charset="-127"/>
            </a:endParaRPr>
          </a:p>
        </p:txBody>
      </p:sp>
      <p:sp>
        <p:nvSpPr>
          <p:cNvPr id="14" name="Text 5">
            <a:extLst>
              <a:ext uri="{FF2B5EF4-FFF2-40B4-BE49-F238E27FC236}">
                <a16:creationId xmlns:a16="http://schemas.microsoft.com/office/drawing/2014/main" id="{4F34AAD5-9273-3268-2A99-55217EFE6247}"/>
              </a:ext>
            </a:extLst>
          </p:cNvPr>
          <p:cNvSpPr txBox="1"/>
          <p:nvPr/>
        </p:nvSpPr>
        <p:spPr>
          <a:xfrm>
            <a:off x="623897" y="2497720"/>
            <a:ext cx="5321199" cy="254203"/>
          </a:xfrm>
          <a:prstGeom prst="rect">
            <a:avLst/>
          </a:prstGeom>
          <a:solidFill>
            <a:srgbClr val="FFFFFF">
              <a:alpha val="0"/>
            </a:srgbClr>
          </a:solidFill>
          <a:ln>
            <a:solidFill>
              <a:srgbClr val="FFFFFF">
                <a:alpha val="0"/>
              </a:srgbClr>
            </a:solidFill>
          </a:ln>
        </p:spPr>
        <p:txBody>
          <a:bodyPr wrap="square" lIns="0" tIns="0" rIns="0" bIns="0" rtlCol="0" anchor="ctr"/>
          <a:lstStyle/>
          <a:p>
            <a:r>
              <a:rPr lang="en-US" sz="1400" b="1" dirty="0" err="1">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법인별</a:t>
            </a:r>
            <a:r>
              <a:rPr lang="en-US" sz="14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1</a:t>
            </a:r>
            <a:r>
              <a:rPr lang="ko-KR" altLang="en-US" sz="14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분기 매출 실적</a:t>
            </a:r>
            <a:endParaRPr lang="en-US" sz="1400" dirty="0">
              <a:latin typeface="나눔스퀘어 네오 OTF Bold" panose="00000800000000000000" pitchFamily="50" charset="-127"/>
              <a:ea typeface="나눔스퀘어 네오 OTF Bold" panose="00000800000000000000" pitchFamily="50" charset="-127"/>
            </a:endParaRPr>
          </a:p>
        </p:txBody>
      </p:sp>
      <p:sp>
        <p:nvSpPr>
          <p:cNvPr id="15" name="Shape 4">
            <a:extLst>
              <a:ext uri="{FF2B5EF4-FFF2-40B4-BE49-F238E27FC236}">
                <a16:creationId xmlns:a16="http://schemas.microsoft.com/office/drawing/2014/main" id="{45051313-69FB-DD01-E0BC-0F95AB04D960}"/>
              </a:ext>
            </a:extLst>
          </p:cNvPr>
          <p:cNvSpPr/>
          <p:nvPr/>
        </p:nvSpPr>
        <p:spPr>
          <a:xfrm>
            <a:off x="507797" y="2489599"/>
            <a:ext cx="38405" cy="254203"/>
          </a:xfrm>
          <a:prstGeom prst="rect">
            <a:avLst/>
          </a:prstGeom>
          <a:solidFill>
            <a:srgbClr val="C00000"/>
          </a:solidFill>
          <a:ln w="12700">
            <a:solidFill>
              <a:srgbClr val="C00000">
                <a:alpha val="0"/>
              </a:srgbClr>
            </a:solidFill>
            <a:prstDash val="solid"/>
          </a:ln>
        </p:spPr>
        <p:txBody>
          <a:bodyPr/>
          <a:lstStyle/>
          <a:p>
            <a:endParaRPr lang="ko-KR" altLang="en-US" sz="1200">
              <a:latin typeface="나눔스퀘어 네오 OTF Bold" panose="00000800000000000000" pitchFamily="50" charset="-127"/>
              <a:ea typeface="나눔스퀘어 네오 OTF Bold" panose="00000800000000000000" pitchFamily="50" charset="-127"/>
            </a:endParaRPr>
          </a:p>
        </p:txBody>
      </p:sp>
      <p:sp>
        <p:nvSpPr>
          <p:cNvPr id="17" name="Text 5">
            <a:extLst>
              <a:ext uri="{FF2B5EF4-FFF2-40B4-BE49-F238E27FC236}">
                <a16:creationId xmlns:a16="http://schemas.microsoft.com/office/drawing/2014/main" id="{A9269607-870E-EC5F-0E4B-E52829794355}"/>
              </a:ext>
            </a:extLst>
          </p:cNvPr>
          <p:cNvSpPr txBox="1"/>
          <p:nvPr/>
        </p:nvSpPr>
        <p:spPr>
          <a:xfrm>
            <a:off x="5196001" y="2507852"/>
            <a:ext cx="5204766" cy="254203"/>
          </a:xfrm>
          <a:prstGeom prst="rect">
            <a:avLst/>
          </a:prstGeom>
          <a:solidFill>
            <a:srgbClr val="FFFFFF">
              <a:alpha val="0"/>
            </a:srgbClr>
          </a:solidFill>
          <a:ln>
            <a:solidFill>
              <a:srgbClr val="FFFFFF">
                <a:alpha val="0"/>
              </a:srgbClr>
            </a:solidFill>
          </a:ln>
        </p:spPr>
        <p:txBody>
          <a:bodyPr wrap="square" lIns="0" tIns="0" rIns="0" bIns="0" rtlCol="0" anchor="ctr"/>
          <a:lstStyle/>
          <a:p>
            <a:r>
              <a:rPr lang="en-US" sz="1400" b="1" dirty="0" err="1">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법인별</a:t>
            </a:r>
            <a:r>
              <a:rPr lang="en-US" sz="14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ko-KR" altLang="en-US" sz="14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분기 실적</a:t>
            </a:r>
            <a:r>
              <a:rPr lang="en-US" altLang="ko-KR" sz="14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ko-KR" altLang="en-US" sz="14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및 계획 </a:t>
            </a:r>
            <a:r>
              <a:rPr lang="en-US" altLang="ko-KR" sz="14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(1~6</a:t>
            </a:r>
            <a:r>
              <a:rPr lang="ko-KR" altLang="en-US" sz="14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월</a:t>
            </a:r>
            <a:r>
              <a:rPr lang="en-US" altLang="ko-KR" sz="14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a:t>
            </a:r>
            <a:endParaRPr lang="en-US" sz="1400" dirty="0">
              <a:latin typeface="나눔스퀘어 네오 OTF Bold" panose="00000800000000000000" pitchFamily="50" charset="-127"/>
              <a:ea typeface="나눔스퀘어 네오 OTF Bold" panose="00000800000000000000" pitchFamily="50" charset="-127"/>
            </a:endParaRPr>
          </a:p>
        </p:txBody>
      </p:sp>
      <p:sp>
        <p:nvSpPr>
          <p:cNvPr id="18" name="Shape 4">
            <a:extLst>
              <a:ext uri="{FF2B5EF4-FFF2-40B4-BE49-F238E27FC236}">
                <a16:creationId xmlns:a16="http://schemas.microsoft.com/office/drawing/2014/main" id="{6A593776-CB9A-AD92-D84E-D1213DF4FC9A}"/>
              </a:ext>
            </a:extLst>
          </p:cNvPr>
          <p:cNvSpPr/>
          <p:nvPr/>
        </p:nvSpPr>
        <p:spPr>
          <a:xfrm>
            <a:off x="5079900" y="2499731"/>
            <a:ext cx="38405" cy="254203"/>
          </a:xfrm>
          <a:prstGeom prst="rect">
            <a:avLst/>
          </a:prstGeom>
          <a:solidFill>
            <a:srgbClr val="C00000"/>
          </a:solidFill>
          <a:ln w="12700">
            <a:solidFill>
              <a:srgbClr val="C00000">
                <a:alpha val="0"/>
              </a:srgbClr>
            </a:solidFill>
            <a:prstDash val="solid"/>
          </a:ln>
        </p:spPr>
        <p:txBody>
          <a:bodyPr/>
          <a:lstStyle/>
          <a:p>
            <a:endParaRPr lang="ko-KR" altLang="en-US" sz="1200">
              <a:latin typeface="나눔스퀘어 네오 OTF Bold" panose="00000800000000000000" pitchFamily="50" charset="-127"/>
              <a:ea typeface="나눔스퀘어 네오 OTF Bold" panose="00000800000000000000" pitchFamily="50" charset="-127"/>
            </a:endParaRPr>
          </a:p>
        </p:txBody>
      </p:sp>
      <p:sp>
        <p:nvSpPr>
          <p:cNvPr id="20" name="Text 6">
            <a:extLst>
              <a:ext uri="{FF2B5EF4-FFF2-40B4-BE49-F238E27FC236}">
                <a16:creationId xmlns:a16="http://schemas.microsoft.com/office/drawing/2014/main" id="{E0AD4677-FCA7-8C43-5C36-9EBA86F1DC9B}"/>
              </a:ext>
            </a:extLst>
          </p:cNvPr>
          <p:cNvSpPr txBox="1"/>
          <p:nvPr/>
        </p:nvSpPr>
        <p:spPr>
          <a:xfrm>
            <a:off x="4470026" y="969378"/>
            <a:ext cx="2610524" cy="914400"/>
          </a:xfrm>
          <a:prstGeom prst="rect">
            <a:avLst/>
          </a:prstGeom>
          <a:noFill/>
          <a:ln/>
        </p:spPr>
        <p:txBody>
          <a:bodyPr wrap="square" lIns="0" tIns="0" rIns="0" bIns="0" rtlCol="0" anchor="ctr"/>
          <a:lstStyle/>
          <a:p>
            <a:pPr marL="0" indent="0" algn="l">
              <a:buNone/>
            </a:pPr>
            <a:r>
              <a:rPr lang="en-US" sz="3200" b="1" dirty="0">
                <a:solidFill>
                  <a:srgbClr val="203864"/>
                </a:solidFill>
                <a:latin typeface="나눔스퀘어 네오 OTF ExtraBold" panose="00000900000000000000" pitchFamily="50" charset="-127"/>
                <a:ea typeface="나눔스퀘어 네오 OTF ExtraBold" panose="00000900000000000000" pitchFamily="50" charset="-127"/>
                <a:cs typeface="Noto Sans KR" pitchFamily="34" charset="-120"/>
              </a:rPr>
              <a:t>198</a:t>
            </a:r>
            <a:r>
              <a:rPr lang="en-US" sz="4800" b="1" dirty="0">
                <a:solidFill>
                  <a:srgbClr val="203864"/>
                </a:solidFill>
                <a:latin typeface="나눔스퀘어 네오 OTF ExtraBold" panose="00000900000000000000" pitchFamily="50" charset="-127"/>
                <a:ea typeface="나눔스퀘어 네오 OTF ExtraBold" panose="00000900000000000000" pitchFamily="50" charset="-127"/>
                <a:cs typeface="Noto Sans KR" pitchFamily="34" charset="-120"/>
              </a:rPr>
              <a:t> </a:t>
            </a:r>
            <a:r>
              <a:rPr lang="en-US" b="1" dirty="0" err="1">
                <a:solidFill>
                  <a:srgbClr val="535353"/>
                </a:solidFill>
                <a:latin typeface="나눔스퀘어 네오 OTF ExtraBold" panose="00000900000000000000" pitchFamily="50" charset="-127"/>
                <a:ea typeface="나눔스퀘어 네오 OTF ExtraBold" panose="00000900000000000000" pitchFamily="50" charset="-127"/>
                <a:cs typeface="Noto Sans KR" pitchFamily="34" charset="-120"/>
              </a:rPr>
              <a:t>백만</a:t>
            </a:r>
            <a:r>
              <a:rPr lang="en-US" b="1" dirty="0">
                <a:solidFill>
                  <a:srgbClr val="535353"/>
                </a:solidFill>
                <a:latin typeface="나눔스퀘어 네오 OTF ExtraBold" panose="00000900000000000000" pitchFamily="50" charset="-127"/>
                <a:ea typeface="나눔스퀘어 네오 OTF ExtraBold" panose="00000900000000000000" pitchFamily="50" charset="-127"/>
                <a:cs typeface="Noto Sans KR" pitchFamily="34" charset="-120"/>
              </a:rPr>
              <a:t> RMB</a:t>
            </a:r>
            <a:endParaRPr lang="en-US" dirty="0">
              <a:latin typeface="나눔스퀘어 네오 OTF ExtraBold" panose="00000900000000000000" pitchFamily="50" charset="-127"/>
              <a:ea typeface="나눔스퀘어 네오 OTF ExtraBold" panose="00000900000000000000" pitchFamily="50" charset="-127"/>
            </a:endParaRPr>
          </a:p>
        </p:txBody>
      </p:sp>
      <p:sp>
        <p:nvSpPr>
          <p:cNvPr id="22" name="Text 6">
            <a:extLst>
              <a:ext uri="{FF2B5EF4-FFF2-40B4-BE49-F238E27FC236}">
                <a16:creationId xmlns:a16="http://schemas.microsoft.com/office/drawing/2014/main" id="{CBDC834A-94B6-5C41-7A09-024BDCAE309E}"/>
              </a:ext>
            </a:extLst>
          </p:cNvPr>
          <p:cNvSpPr txBox="1"/>
          <p:nvPr/>
        </p:nvSpPr>
        <p:spPr>
          <a:xfrm>
            <a:off x="8332405" y="969378"/>
            <a:ext cx="2610524" cy="914400"/>
          </a:xfrm>
          <a:prstGeom prst="rect">
            <a:avLst/>
          </a:prstGeom>
          <a:noFill/>
          <a:ln/>
        </p:spPr>
        <p:txBody>
          <a:bodyPr wrap="square" lIns="0" tIns="0" rIns="0" bIns="0" rtlCol="0" anchor="ctr"/>
          <a:lstStyle/>
          <a:p>
            <a:pPr marL="0" indent="0" algn="l">
              <a:buNone/>
            </a:pPr>
            <a:r>
              <a:rPr lang="en-US" sz="3200" b="1" dirty="0">
                <a:solidFill>
                  <a:srgbClr val="203864"/>
                </a:solidFill>
                <a:latin typeface="나눔스퀘어 네오 OTF ExtraBold" panose="00000900000000000000" pitchFamily="50" charset="-127"/>
                <a:ea typeface="나눔스퀘어 네오 OTF ExtraBold" panose="00000900000000000000" pitchFamily="50" charset="-127"/>
                <a:cs typeface="Noto Sans KR" pitchFamily="34" charset="-120"/>
              </a:rPr>
              <a:t>73</a:t>
            </a:r>
            <a:r>
              <a:rPr lang="en-US" sz="4800" b="1" dirty="0">
                <a:solidFill>
                  <a:srgbClr val="203864"/>
                </a:solidFill>
                <a:latin typeface="나눔스퀘어 네오 OTF ExtraBold" panose="00000900000000000000" pitchFamily="50" charset="-127"/>
                <a:ea typeface="나눔스퀘어 네오 OTF ExtraBold" panose="00000900000000000000" pitchFamily="50" charset="-127"/>
                <a:cs typeface="Noto Sans KR" pitchFamily="34" charset="-120"/>
              </a:rPr>
              <a:t> </a:t>
            </a:r>
            <a:r>
              <a:rPr lang="en-US" b="1" dirty="0" err="1">
                <a:solidFill>
                  <a:srgbClr val="535353"/>
                </a:solidFill>
                <a:latin typeface="나눔스퀘어 네오 OTF ExtraBold" panose="00000900000000000000" pitchFamily="50" charset="-127"/>
                <a:ea typeface="나눔스퀘어 네오 OTF ExtraBold" panose="00000900000000000000" pitchFamily="50" charset="-127"/>
                <a:cs typeface="Noto Sans KR" pitchFamily="34" charset="-120"/>
              </a:rPr>
              <a:t>백만</a:t>
            </a:r>
            <a:r>
              <a:rPr lang="en-US" b="1" dirty="0">
                <a:solidFill>
                  <a:srgbClr val="535353"/>
                </a:solidFill>
                <a:latin typeface="나눔스퀘어 네오 OTF ExtraBold" panose="00000900000000000000" pitchFamily="50" charset="-127"/>
                <a:ea typeface="나눔스퀘어 네오 OTF ExtraBold" panose="00000900000000000000" pitchFamily="50" charset="-127"/>
                <a:cs typeface="Noto Sans KR" pitchFamily="34" charset="-120"/>
              </a:rPr>
              <a:t> RMB</a:t>
            </a:r>
            <a:endParaRPr lang="en-US" dirty="0">
              <a:latin typeface="나눔스퀘어 네오 OTF ExtraBold" panose="00000900000000000000" pitchFamily="50" charset="-127"/>
              <a:ea typeface="나눔스퀘어 네오 OTF ExtraBold" panose="00000900000000000000" pitchFamily="50" charset="-127"/>
            </a:endParaRPr>
          </a:p>
        </p:txBody>
      </p:sp>
      <p:sp>
        <p:nvSpPr>
          <p:cNvPr id="77" name="Text 5">
            <a:extLst>
              <a:ext uri="{FF2B5EF4-FFF2-40B4-BE49-F238E27FC236}">
                <a16:creationId xmlns:a16="http://schemas.microsoft.com/office/drawing/2014/main" id="{F49F6CB4-B20A-7302-5A4A-11595E35CF6E}"/>
              </a:ext>
            </a:extLst>
          </p:cNvPr>
          <p:cNvSpPr txBox="1"/>
          <p:nvPr/>
        </p:nvSpPr>
        <p:spPr>
          <a:xfrm>
            <a:off x="4443698" y="858134"/>
            <a:ext cx="2278649" cy="381305"/>
          </a:xfrm>
          <a:prstGeom prst="rect">
            <a:avLst/>
          </a:prstGeom>
          <a:noFill/>
          <a:ln/>
        </p:spPr>
        <p:txBody>
          <a:bodyPr wrap="square" lIns="0" tIns="0" rIns="0" bIns="0" rtlCol="0" anchor="ctr"/>
          <a:lstStyle/>
          <a:p>
            <a:pPr marL="0" indent="0" algn="l">
              <a:buNone/>
            </a:pPr>
            <a:r>
              <a:rPr lang="en-US" altLang="ko-KR" sz="1200" b="1">
                <a:solidFill>
                  <a:srgbClr val="535353"/>
                </a:solidFill>
                <a:latin typeface="나눔스퀘어 네오 OTF Bold" panose="00000800000000000000" pitchFamily="50" charset="-127"/>
                <a:ea typeface="나눔스퀘어 네오 OTF Bold" panose="00000800000000000000" pitchFamily="50" charset="-127"/>
                <a:cs typeface="Noto Sans KR" pitchFamily="34" charset="-120"/>
              </a:rPr>
              <a:t>2026 1Q </a:t>
            </a:r>
            <a:r>
              <a:rPr lang="en-US" altLang="ko-KR" sz="1200" b="1">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GZ</a:t>
            </a:r>
            <a:r>
              <a:rPr lang="ko-KR" altLang="en-US" sz="1200" b="1">
                <a:solidFill>
                  <a:srgbClr val="535353"/>
                </a:solidFill>
                <a:latin typeface="나눔스퀘어 네오 OTF Bold" panose="00000800000000000000" pitchFamily="50" charset="-127"/>
                <a:ea typeface="나눔스퀘어 네오 OTF Bold" panose="00000800000000000000" pitchFamily="50" charset="-127"/>
                <a:cs typeface="Noto Sans KR" pitchFamily="34" charset="-120"/>
              </a:rPr>
              <a:t> 법인 예상 매출</a:t>
            </a:r>
            <a:endParaRPr lang="en-US" sz="1200" b="1">
              <a:latin typeface="나눔스퀘어 네오 OTF Bold" panose="00000800000000000000" pitchFamily="50" charset="-127"/>
              <a:ea typeface="나눔스퀘어 네오 OTF Bold" panose="00000800000000000000" pitchFamily="50" charset="-127"/>
            </a:endParaRPr>
          </a:p>
        </p:txBody>
      </p:sp>
      <p:sp>
        <p:nvSpPr>
          <p:cNvPr id="5" name="Text 5">
            <a:extLst>
              <a:ext uri="{FF2B5EF4-FFF2-40B4-BE49-F238E27FC236}">
                <a16:creationId xmlns:a16="http://schemas.microsoft.com/office/drawing/2014/main" id="{F9304FEA-327D-83C9-AD08-8782DE75925B}"/>
              </a:ext>
            </a:extLst>
          </p:cNvPr>
          <p:cNvSpPr txBox="1"/>
          <p:nvPr/>
        </p:nvSpPr>
        <p:spPr>
          <a:xfrm>
            <a:off x="8334831" y="858134"/>
            <a:ext cx="2773174" cy="381305"/>
          </a:xfrm>
          <a:prstGeom prst="rect">
            <a:avLst/>
          </a:prstGeom>
          <a:noFill/>
          <a:ln/>
        </p:spPr>
        <p:txBody>
          <a:bodyPr wrap="square" lIns="0" tIns="0" rIns="0" bIns="0" rtlCol="0" anchor="ctr"/>
          <a:lstStyle/>
          <a:p>
            <a:pPr marL="0" indent="0" algn="l">
              <a:buNone/>
            </a:pPr>
            <a:r>
              <a:rPr lang="en-US" altLang="ko-KR" sz="1200" b="1" dirty="0">
                <a:solidFill>
                  <a:srgbClr val="535353"/>
                </a:solidFill>
                <a:latin typeface="나눔스퀘어 네오 OTF Bold" panose="00000800000000000000" pitchFamily="50" charset="-127"/>
                <a:ea typeface="나눔스퀘어 네오 OTF Bold" panose="00000800000000000000" pitchFamily="50" charset="-127"/>
                <a:cs typeface="Noto Sans KR" pitchFamily="34" charset="-120"/>
              </a:rPr>
              <a:t>2026 1Q </a:t>
            </a:r>
            <a:r>
              <a:rPr lang="en-US" altLang="ko-KR" sz="1200" b="1" dirty="0">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YSGB</a:t>
            </a:r>
            <a:r>
              <a:rPr lang="ko-KR" altLang="en-US" sz="1200" b="1" dirty="0">
                <a:solidFill>
                  <a:srgbClr val="535353"/>
                </a:solidFill>
                <a:latin typeface="나눔스퀘어 네오 OTF Bold" panose="00000800000000000000" pitchFamily="50" charset="-127"/>
                <a:ea typeface="나눔스퀘어 네오 OTF Bold" panose="00000800000000000000" pitchFamily="50" charset="-127"/>
                <a:cs typeface="Noto Sans KR" pitchFamily="34" charset="-120"/>
              </a:rPr>
              <a:t> 법인 예상 매출</a:t>
            </a:r>
            <a:endParaRPr lang="en-US" sz="1200" b="1" dirty="0">
              <a:latin typeface="나눔스퀘어 네오 OTF Bold" panose="00000800000000000000" pitchFamily="50" charset="-127"/>
              <a:ea typeface="나눔스퀘어 네오 OTF Bold" panose="00000800000000000000" pitchFamily="50" charset="-127"/>
            </a:endParaRPr>
          </a:p>
        </p:txBody>
      </p:sp>
      <p:sp>
        <p:nvSpPr>
          <p:cNvPr id="58" name="Text 5">
            <a:extLst>
              <a:ext uri="{FF2B5EF4-FFF2-40B4-BE49-F238E27FC236}">
                <a16:creationId xmlns:a16="http://schemas.microsoft.com/office/drawing/2014/main" id="{8D941A81-43C5-E79B-DAB3-EB76F3D10AAF}"/>
              </a:ext>
            </a:extLst>
          </p:cNvPr>
          <p:cNvSpPr txBox="1"/>
          <p:nvPr/>
        </p:nvSpPr>
        <p:spPr>
          <a:xfrm>
            <a:off x="578893" y="861482"/>
            <a:ext cx="2086649" cy="381305"/>
          </a:xfrm>
          <a:prstGeom prst="rect">
            <a:avLst/>
          </a:prstGeom>
          <a:noFill/>
          <a:ln/>
        </p:spPr>
        <p:txBody>
          <a:bodyPr wrap="square" lIns="0" tIns="0" rIns="0" bIns="0" rtlCol="0" anchor="ctr"/>
          <a:lstStyle/>
          <a:p>
            <a:pPr marL="0" indent="0" algn="l">
              <a:buNone/>
            </a:pPr>
            <a:r>
              <a:rPr lang="en-US" sz="1200" b="1" dirty="0">
                <a:solidFill>
                  <a:srgbClr val="535353"/>
                </a:solidFill>
                <a:latin typeface="나눔스퀘어 네오 OTF Bold" panose="00000800000000000000" pitchFamily="50" charset="-127"/>
                <a:ea typeface="나눔스퀘어 네오 OTF Bold" panose="00000800000000000000" pitchFamily="50" charset="-127"/>
                <a:cs typeface="Noto Sans KR" pitchFamily="34" charset="-120"/>
              </a:rPr>
              <a:t>2026 1Q </a:t>
            </a:r>
            <a:r>
              <a:rPr lang="en-US" sz="1200" b="1" dirty="0">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총</a:t>
            </a:r>
            <a:r>
              <a:rPr lang="en-US" sz="1200" b="1" dirty="0">
                <a:solidFill>
                  <a:srgbClr val="535353"/>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ko-KR" altLang="en-US" sz="1200" b="1" dirty="0">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예상</a:t>
            </a:r>
            <a:r>
              <a:rPr lang="ko-KR" altLang="en-US" sz="1200" b="1" dirty="0">
                <a:solidFill>
                  <a:srgbClr val="535353"/>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1200" b="1" dirty="0" err="1">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매출</a:t>
            </a:r>
            <a:endParaRPr lang="en-US" sz="1200" b="1" dirty="0">
              <a:solidFill>
                <a:srgbClr val="C00000"/>
              </a:solidFill>
              <a:latin typeface="나눔스퀘어 네오 OTF Bold" panose="00000800000000000000" pitchFamily="50" charset="-127"/>
              <a:ea typeface="나눔스퀘어 네오 OTF Bold" panose="00000800000000000000" pitchFamily="50" charset="-127"/>
            </a:endParaRPr>
          </a:p>
        </p:txBody>
      </p:sp>
      <p:sp>
        <p:nvSpPr>
          <p:cNvPr id="6" name="Text 3">
            <a:extLst>
              <a:ext uri="{FF2B5EF4-FFF2-40B4-BE49-F238E27FC236}">
                <a16:creationId xmlns:a16="http://schemas.microsoft.com/office/drawing/2014/main" id="{EF7654A4-725F-275D-0862-31A9DBF87213}"/>
              </a:ext>
            </a:extLst>
          </p:cNvPr>
          <p:cNvSpPr txBox="1"/>
          <p:nvPr/>
        </p:nvSpPr>
        <p:spPr>
          <a:xfrm>
            <a:off x="3616520" y="2380750"/>
            <a:ext cx="1003418" cy="254203"/>
          </a:xfrm>
          <a:prstGeom prst="rect">
            <a:avLst/>
          </a:prstGeom>
          <a:noFill/>
          <a:ln/>
        </p:spPr>
        <p:txBody>
          <a:bodyPr wrap="square" lIns="0" tIns="0" rIns="0" bIns="0" rtlCol="0" anchor="ctr"/>
          <a:lstStyle/>
          <a:p>
            <a:pPr algn="ctr"/>
            <a:r>
              <a:rPr lang="en-US" sz="1050" dirty="0" err="1">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단위</a:t>
            </a:r>
            <a:r>
              <a:rPr lang="en-US" sz="1050" dirty="0">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 </a:t>
            </a:r>
            <a:r>
              <a:rPr lang="en-US" sz="1050" dirty="0" err="1">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백만</a:t>
            </a:r>
            <a:r>
              <a:rPr lang="en-US" sz="1050" dirty="0">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 RMB</a:t>
            </a:r>
            <a:endParaRPr lang="en-US" sz="1050" dirty="0">
              <a:latin typeface="나눔스퀘어 네오 Light" panose="00000400000000000000" pitchFamily="2" charset="-127"/>
              <a:ea typeface="나눔스퀘어 네오 Light" panose="00000400000000000000" pitchFamily="2" charset="-127"/>
            </a:endParaRPr>
          </a:p>
        </p:txBody>
      </p:sp>
      <p:sp>
        <p:nvSpPr>
          <p:cNvPr id="19" name="Text 3">
            <a:extLst>
              <a:ext uri="{FF2B5EF4-FFF2-40B4-BE49-F238E27FC236}">
                <a16:creationId xmlns:a16="http://schemas.microsoft.com/office/drawing/2014/main" id="{B969E399-3AC6-C5B9-2CB7-D329BBA882D2}"/>
              </a:ext>
            </a:extLst>
          </p:cNvPr>
          <p:cNvSpPr txBox="1"/>
          <p:nvPr/>
        </p:nvSpPr>
        <p:spPr>
          <a:xfrm>
            <a:off x="10741357" y="2405243"/>
            <a:ext cx="1105656" cy="254203"/>
          </a:xfrm>
          <a:prstGeom prst="rect">
            <a:avLst/>
          </a:prstGeom>
          <a:noFill/>
          <a:ln/>
        </p:spPr>
        <p:txBody>
          <a:bodyPr wrap="square" lIns="0" tIns="0" rIns="0" bIns="0" rtlCol="0" anchor="ctr"/>
          <a:lstStyle/>
          <a:p>
            <a:pPr algn="ctr"/>
            <a:r>
              <a:rPr lang="en-US" sz="1050" dirty="0" err="1">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단위</a:t>
            </a:r>
            <a:r>
              <a:rPr lang="en-US" sz="1050" dirty="0">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 </a:t>
            </a:r>
            <a:r>
              <a:rPr lang="en-US" sz="1050" dirty="0" err="1">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백만</a:t>
            </a:r>
            <a:r>
              <a:rPr lang="en-US" sz="1050" dirty="0">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 RMB</a:t>
            </a:r>
            <a:endParaRPr lang="en-US" sz="1050" dirty="0">
              <a:latin typeface="나눔스퀘어 네오 Light" panose="00000400000000000000" pitchFamily="2" charset="-127"/>
              <a:ea typeface="나눔스퀘어 네오 Light" panose="00000400000000000000" pitchFamily="2" charset="-127"/>
            </a:endParaRPr>
          </a:p>
        </p:txBody>
      </p:sp>
      <p:sp>
        <p:nvSpPr>
          <p:cNvPr id="11" name="TextBox 10">
            <a:extLst>
              <a:ext uri="{FF2B5EF4-FFF2-40B4-BE49-F238E27FC236}">
                <a16:creationId xmlns:a16="http://schemas.microsoft.com/office/drawing/2014/main" id="{FA33619C-333B-2CD1-CDA4-4CC6B634E2E8}"/>
              </a:ext>
            </a:extLst>
          </p:cNvPr>
          <p:cNvSpPr txBox="1"/>
          <p:nvPr/>
        </p:nvSpPr>
        <p:spPr>
          <a:xfrm>
            <a:off x="2688255" y="1427138"/>
            <a:ext cx="1260673" cy="246221"/>
          </a:xfrm>
          <a:prstGeom prst="rect">
            <a:avLst/>
          </a:prstGeom>
          <a:noFill/>
        </p:spPr>
        <p:txBody>
          <a:bodyPr wrap="square" rtlCol="0">
            <a:spAutoFit/>
          </a:bodyPr>
          <a:lstStyle/>
          <a:p>
            <a:r>
              <a:rPr lang="en-US" altLang="ko-KR" sz="1000" dirty="0">
                <a:solidFill>
                  <a:schemeClr val="bg2">
                    <a:lumMod val="50000"/>
                  </a:schemeClr>
                </a:solidFill>
                <a:latin typeface="나눔스퀘어 네오 OTF Bold" panose="00000800000000000000" pitchFamily="50" charset="-127"/>
                <a:ea typeface="나눔스퀘어 네오 OTF Bold" panose="00000800000000000000" pitchFamily="50" charset="-127"/>
              </a:rPr>
              <a:t>3/6</a:t>
            </a:r>
            <a:r>
              <a:rPr lang="ko-KR" altLang="en-US" sz="1000" dirty="0">
                <a:solidFill>
                  <a:schemeClr val="bg2">
                    <a:lumMod val="50000"/>
                  </a:schemeClr>
                </a:solidFill>
                <a:latin typeface="나눔스퀘어 네오 OTF Bold" panose="00000800000000000000" pitchFamily="50" charset="-127"/>
                <a:ea typeface="나눔스퀘어 네오 OTF Bold" panose="00000800000000000000" pitchFamily="50" charset="-127"/>
              </a:rPr>
              <a:t>보고대비 </a:t>
            </a:r>
            <a:r>
              <a:rPr lang="en-US" altLang="ko-KR" sz="1000" dirty="0">
                <a:solidFill>
                  <a:srgbClr val="C00000"/>
                </a:solidFill>
                <a:latin typeface="나눔스퀘어 네오 OTF Bold" panose="00000800000000000000" pitchFamily="50" charset="-127"/>
                <a:ea typeface="나눔스퀘어 네오 OTF Bold" panose="00000800000000000000" pitchFamily="50" charset="-127"/>
              </a:rPr>
              <a:t>(-14)</a:t>
            </a:r>
            <a:r>
              <a:rPr lang="ko-KR" altLang="en-US" sz="1000" dirty="0">
                <a:solidFill>
                  <a:srgbClr val="C00000"/>
                </a:solidFill>
                <a:latin typeface="나눔스퀘어 네오 OTF Bold" panose="00000800000000000000" pitchFamily="50" charset="-127"/>
                <a:ea typeface="나눔스퀘어 네오 OTF Bold" panose="00000800000000000000" pitchFamily="50" charset="-127"/>
              </a:rPr>
              <a:t> </a:t>
            </a:r>
          </a:p>
        </p:txBody>
      </p:sp>
      <p:sp>
        <p:nvSpPr>
          <p:cNvPr id="13" name="TextBox 12">
            <a:extLst>
              <a:ext uri="{FF2B5EF4-FFF2-40B4-BE49-F238E27FC236}">
                <a16:creationId xmlns:a16="http://schemas.microsoft.com/office/drawing/2014/main" id="{1CE2CC7B-FBC9-DCCA-D8C7-DDA9A341256B}"/>
              </a:ext>
            </a:extLst>
          </p:cNvPr>
          <p:cNvSpPr txBox="1"/>
          <p:nvPr/>
        </p:nvSpPr>
        <p:spPr>
          <a:xfrm>
            <a:off x="6563719" y="1427138"/>
            <a:ext cx="1260673" cy="246221"/>
          </a:xfrm>
          <a:prstGeom prst="rect">
            <a:avLst/>
          </a:prstGeom>
          <a:noFill/>
        </p:spPr>
        <p:txBody>
          <a:bodyPr wrap="square" rtlCol="0">
            <a:spAutoFit/>
          </a:bodyPr>
          <a:lstStyle/>
          <a:p>
            <a:r>
              <a:rPr lang="en-US" altLang="ko-KR" sz="1000" dirty="0">
                <a:solidFill>
                  <a:schemeClr val="bg2">
                    <a:lumMod val="50000"/>
                  </a:schemeClr>
                </a:solidFill>
                <a:latin typeface="나눔스퀘어 네오 OTF Bold" panose="00000800000000000000" pitchFamily="50" charset="-127"/>
                <a:ea typeface="나눔스퀘어 네오 OTF Bold" panose="00000800000000000000" pitchFamily="50" charset="-127"/>
              </a:rPr>
              <a:t>3/6</a:t>
            </a:r>
            <a:r>
              <a:rPr lang="ko-KR" altLang="en-US" sz="1000" dirty="0">
                <a:solidFill>
                  <a:schemeClr val="bg2">
                    <a:lumMod val="50000"/>
                  </a:schemeClr>
                </a:solidFill>
                <a:latin typeface="나눔스퀘어 네오 OTF Bold" panose="00000800000000000000" pitchFamily="50" charset="-127"/>
                <a:ea typeface="나눔스퀘어 네오 OTF Bold" panose="00000800000000000000" pitchFamily="50" charset="-127"/>
              </a:rPr>
              <a:t>보고대비 </a:t>
            </a:r>
            <a:r>
              <a:rPr lang="en-US" altLang="ko-KR" sz="1000" dirty="0">
                <a:solidFill>
                  <a:srgbClr val="C00000"/>
                </a:solidFill>
                <a:latin typeface="나눔스퀘어 네오 OTF Bold" panose="00000800000000000000" pitchFamily="50" charset="-127"/>
                <a:ea typeface="나눔스퀘어 네오 OTF Bold" panose="00000800000000000000" pitchFamily="50" charset="-127"/>
              </a:rPr>
              <a:t>(-3)</a:t>
            </a:r>
            <a:r>
              <a:rPr lang="ko-KR" altLang="en-US" sz="1000" dirty="0">
                <a:solidFill>
                  <a:srgbClr val="C00000"/>
                </a:solidFill>
                <a:latin typeface="나눔스퀘어 네오 OTF Bold" panose="00000800000000000000" pitchFamily="50" charset="-127"/>
                <a:ea typeface="나눔스퀘어 네오 OTF Bold" panose="00000800000000000000" pitchFamily="50" charset="-127"/>
              </a:rPr>
              <a:t> </a:t>
            </a:r>
          </a:p>
        </p:txBody>
      </p:sp>
      <p:sp>
        <p:nvSpPr>
          <p:cNvPr id="25" name="TextBox 24">
            <a:extLst>
              <a:ext uri="{FF2B5EF4-FFF2-40B4-BE49-F238E27FC236}">
                <a16:creationId xmlns:a16="http://schemas.microsoft.com/office/drawing/2014/main" id="{4C345B4C-1D2E-5CAE-1EC2-60185934A9C4}"/>
              </a:ext>
            </a:extLst>
          </p:cNvPr>
          <p:cNvSpPr txBox="1"/>
          <p:nvPr/>
        </p:nvSpPr>
        <p:spPr>
          <a:xfrm>
            <a:off x="10239792" y="1431316"/>
            <a:ext cx="1260673" cy="246221"/>
          </a:xfrm>
          <a:prstGeom prst="rect">
            <a:avLst/>
          </a:prstGeom>
          <a:noFill/>
        </p:spPr>
        <p:txBody>
          <a:bodyPr wrap="square" rtlCol="0">
            <a:spAutoFit/>
          </a:bodyPr>
          <a:lstStyle/>
          <a:p>
            <a:r>
              <a:rPr lang="en-US" altLang="ko-KR" sz="1000" dirty="0">
                <a:solidFill>
                  <a:schemeClr val="bg2">
                    <a:lumMod val="50000"/>
                  </a:schemeClr>
                </a:solidFill>
                <a:latin typeface="나눔스퀘어 네오 OTF Bold" panose="00000800000000000000" pitchFamily="50" charset="-127"/>
                <a:ea typeface="나눔스퀘어 네오 OTF Bold" panose="00000800000000000000" pitchFamily="50" charset="-127"/>
              </a:rPr>
              <a:t>3/6</a:t>
            </a:r>
            <a:r>
              <a:rPr lang="ko-KR" altLang="en-US" sz="1000" dirty="0">
                <a:solidFill>
                  <a:schemeClr val="bg2">
                    <a:lumMod val="50000"/>
                  </a:schemeClr>
                </a:solidFill>
                <a:latin typeface="나눔스퀘어 네오 OTF Bold" panose="00000800000000000000" pitchFamily="50" charset="-127"/>
                <a:ea typeface="나눔스퀘어 네오 OTF Bold" panose="00000800000000000000" pitchFamily="50" charset="-127"/>
              </a:rPr>
              <a:t>보고대비 </a:t>
            </a:r>
            <a:r>
              <a:rPr lang="en-US" altLang="ko-KR" sz="1000" dirty="0">
                <a:solidFill>
                  <a:srgbClr val="C00000"/>
                </a:solidFill>
                <a:latin typeface="나눔스퀘어 네오 OTF Bold" panose="00000800000000000000" pitchFamily="50" charset="-127"/>
                <a:ea typeface="나눔스퀘어 네오 OTF Bold" panose="00000800000000000000" pitchFamily="50" charset="-127"/>
              </a:rPr>
              <a:t>(-11)</a:t>
            </a:r>
            <a:r>
              <a:rPr lang="ko-KR" altLang="en-US" sz="1000" dirty="0">
                <a:solidFill>
                  <a:srgbClr val="C00000"/>
                </a:solidFill>
                <a:latin typeface="나눔스퀘어 네오 OTF Bold" panose="00000800000000000000" pitchFamily="50" charset="-127"/>
                <a:ea typeface="나눔스퀘어 네오 OTF Bold" panose="00000800000000000000" pitchFamily="50" charset="-127"/>
              </a:rPr>
              <a:t> </a:t>
            </a:r>
          </a:p>
        </p:txBody>
      </p:sp>
      <p:graphicFrame>
        <p:nvGraphicFramePr>
          <p:cNvPr id="21" name="표 20">
            <a:extLst>
              <a:ext uri="{FF2B5EF4-FFF2-40B4-BE49-F238E27FC236}">
                <a16:creationId xmlns:a16="http://schemas.microsoft.com/office/drawing/2014/main" id="{600D71E2-14FA-D6F9-A0DC-69F8244A9DFE}"/>
              </a:ext>
            </a:extLst>
          </p:cNvPr>
          <p:cNvGraphicFramePr>
            <a:graphicFrameLocks noGrp="1"/>
          </p:cNvGraphicFramePr>
          <p:nvPr>
            <p:extLst>
              <p:ext uri="{D42A27DB-BD31-4B8C-83A1-F6EECF244321}">
                <p14:modId xmlns:p14="http://schemas.microsoft.com/office/powerpoint/2010/main" val="2623398688"/>
              </p:ext>
            </p:extLst>
          </p:nvPr>
        </p:nvGraphicFramePr>
        <p:xfrm>
          <a:off x="4996777" y="2779600"/>
          <a:ext cx="6811835" cy="3593484"/>
        </p:xfrm>
        <a:graphic>
          <a:graphicData uri="http://schemas.openxmlformats.org/drawingml/2006/table">
            <a:tbl>
              <a:tblPr/>
              <a:tblGrid>
                <a:gridCol w="564341">
                  <a:extLst>
                    <a:ext uri="{9D8B030D-6E8A-4147-A177-3AD203B41FA5}">
                      <a16:colId xmlns:a16="http://schemas.microsoft.com/office/drawing/2014/main" val="546024381"/>
                    </a:ext>
                  </a:extLst>
                </a:gridCol>
                <a:gridCol w="715361">
                  <a:extLst>
                    <a:ext uri="{9D8B030D-6E8A-4147-A177-3AD203B41FA5}">
                      <a16:colId xmlns:a16="http://schemas.microsoft.com/office/drawing/2014/main" val="3405354987"/>
                    </a:ext>
                  </a:extLst>
                </a:gridCol>
                <a:gridCol w="487506">
                  <a:extLst>
                    <a:ext uri="{9D8B030D-6E8A-4147-A177-3AD203B41FA5}">
                      <a16:colId xmlns:a16="http://schemas.microsoft.com/office/drawing/2014/main" val="4009782824"/>
                    </a:ext>
                  </a:extLst>
                </a:gridCol>
                <a:gridCol w="487506">
                  <a:extLst>
                    <a:ext uri="{9D8B030D-6E8A-4147-A177-3AD203B41FA5}">
                      <a16:colId xmlns:a16="http://schemas.microsoft.com/office/drawing/2014/main" val="802928173"/>
                    </a:ext>
                  </a:extLst>
                </a:gridCol>
                <a:gridCol w="487506">
                  <a:extLst>
                    <a:ext uri="{9D8B030D-6E8A-4147-A177-3AD203B41FA5}">
                      <a16:colId xmlns:a16="http://schemas.microsoft.com/office/drawing/2014/main" val="802741851"/>
                    </a:ext>
                  </a:extLst>
                </a:gridCol>
                <a:gridCol w="487506">
                  <a:extLst>
                    <a:ext uri="{9D8B030D-6E8A-4147-A177-3AD203B41FA5}">
                      <a16:colId xmlns:a16="http://schemas.microsoft.com/office/drawing/2014/main" val="2897782532"/>
                    </a:ext>
                  </a:extLst>
                </a:gridCol>
                <a:gridCol w="487506">
                  <a:extLst>
                    <a:ext uri="{9D8B030D-6E8A-4147-A177-3AD203B41FA5}">
                      <a16:colId xmlns:a16="http://schemas.microsoft.com/office/drawing/2014/main" val="1266976915"/>
                    </a:ext>
                  </a:extLst>
                </a:gridCol>
                <a:gridCol w="487506">
                  <a:extLst>
                    <a:ext uri="{9D8B030D-6E8A-4147-A177-3AD203B41FA5}">
                      <a16:colId xmlns:a16="http://schemas.microsoft.com/office/drawing/2014/main" val="223507680"/>
                    </a:ext>
                  </a:extLst>
                </a:gridCol>
                <a:gridCol w="487506">
                  <a:extLst>
                    <a:ext uri="{9D8B030D-6E8A-4147-A177-3AD203B41FA5}">
                      <a16:colId xmlns:a16="http://schemas.microsoft.com/office/drawing/2014/main" val="1094335027"/>
                    </a:ext>
                  </a:extLst>
                </a:gridCol>
                <a:gridCol w="487506">
                  <a:extLst>
                    <a:ext uri="{9D8B030D-6E8A-4147-A177-3AD203B41FA5}">
                      <a16:colId xmlns:a16="http://schemas.microsoft.com/office/drawing/2014/main" val="2351884062"/>
                    </a:ext>
                  </a:extLst>
                </a:gridCol>
                <a:gridCol w="487506">
                  <a:extLst>
                    <a:ext uri="{9D8B030D-6E8A-4147-A177-3AD203B41FA5}">
                      <a16:colId xmlns:a16="http://schemas.microsoft.com/office/drawing/2014/main" val="3879017740"/>
                    </a:ext>
                  </a:extLst>
                </a:gridCol>
                <a:gridCol w="487506">
                  <a:extLst>
                    <a:ext uri="{9D8B030D-6E8A-4147-A177-3AD203B41FA5}">
                      <a16:colId xmlns:a16="http://schemas.microsoft.com/office/drawing/2014/main" val="1339642665"/>
                    </a:ext>
                  </a:extLst>
                </a:gridCol>
                <a:gridCol w="657073">
                  <a:extLst>
                    <a:ext uri="{9D8B030D-6E8A-4147-A177-3AD203B41FA5}">
                      <a16:colId xmlns:a16="http://schemas.microsoft.com/office/drawing/2014/main" val="3206019362"/>
                    </a:ext>
                  </a:extLst>
                </a:gridCol>
              </a:tblGrid>
              <a:tr h="290649">
                <a:tc gridSpan="2">
                  <a:txBody>
                    <a:bodyPr/>
                    <a:lstStyle/>
                    <a:p>
                      <a:pPr algn="ctr" fontAlgn="ctr">
                        <a:buNone/>
                      </a:pPr>
                      <a:r>
                        <a:rPr lang="ko-KR" altLang="en-US"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구   분</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ctr" fontAlgn="ctr">
                        <a:buNone/>
                      </a:pPr>
                      <a:r>
                        <a:rPr lang="en-US" altLang="ko-KR"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a:t>
                      </a:r>
                      <a:r>
                        <a:rPr lang="ko-KR" altLang="en-US"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월</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a:t>
                      </a:r>
                      <a:r>
                        <a:rPr lang="ko-KR" altLang="en-US"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월</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a:t>
                      </a:r>
                      <a:r>
                        <a:rPr lang="ko-KR" altLang="en-US"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월</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1Q</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4</a:t>
                      </a:r>
                      <a:r>
                        <a:rPr lang="ko-KR" altLang="en-US"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月</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5</a:t>
                      </a:r>
                      <a:r>
                        <a:rPr lang="ko-KR" altLang="en-US"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月</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6</a:t>
                      </a:r>
                      <a:r>
                        <a:rPr lang="ko-KR" altLang="en-US"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月</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2Q</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3Q</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4Q</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sz="1100" b="1" i="0" u="none" strike="noStrike">
                          <a:solidFill>
                            <a:srgbClr val="FFFFFF"/>
                          </a:solidFill>
                          <a:effectLst/>
                          <a:latin typeface="나눔스퀘어 네오 OTF Regular" panose="00000500000000000000" pitchFamily="50" charset="-127"/>
                          <a:ea typeface="나눔스퀘어 네오 OTF Regular" panose="00000500000000000000" pitchFamily="50" charset="-127"/>
                        </a:rPr>
                        <a:t>TOTAL</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571935235"/>
                  </a:ext>
                </a:extLst>
              </a:tr>
              <a:tr h="220189">
                <a:tc rowSpan="5">
                  <a:txBody>
                    <a:bodyPr/>
                    <a:lstStyle/>
                    <a:p>
                      <a:pPr algn="ctr" fontAlgn="ctr">
                        <a:buNone/>
                      </a:pPr>
                      <a:r>
                        <a:rPr lang="en-US"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TOTAL</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a:t>
                      </a: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25</a:t>
                      </a: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년 매출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68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253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73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79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69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222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250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273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FFFFFF"/>
                          </a:solidFill>
                          <a:effectLst/>
                          <a:latin typeface="나눔스퀘어 네오 OTF Regular" panose="00000500000000000000" pitchFamily="50" charset="-127"/>
                          <a:ea typeface="나눔스퀘어 네오 OTF Regular" panose="00000500000000000000" pitchFamily="50" charset="-127"/>
                        </a:rPr>
                        <a:t>999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3561379885"/>
                  </a:ext>
                </a:extLst>
              </a:tr>
              <a:tr h="220189">
                <a:tc vMerge="1">
                  <a:txBody>
                    <a:bodyPr/>
                    <a:lstStyle/>
                    <a:p>
                      <a:pPr latinLnBrk="1"/>
                      <a:endParaRPr lang="ko-KR" altLang="en-US"/>
                    </a:p>
                  </a:txBody>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사업계획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112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77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292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107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115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107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329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351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379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FFFFFF"/>
                          </a:solidFill>
                          <a:effectLst/>
                          <a:latin typeface="나눔스퀘어 네오 OTF Regular" panose="00000500000000000000" pitchFamily="50" charset="-127"/>
                          <a:ea typeface="나눔스퀘어 네오 OTF Regular" panose="00000500000000000000" pitchFamily="50" charset="-127"/>
                        </a:rPr>
                        <a:t>1,350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2519586644"/>
                  </a:ext>
                </a:extLst>
              </a:tr>
              <a:tr h="220189">
                <a:tc vMerge="1">
                  <a:txBody>
                    <a:bodyPr/>
                    <a:lstStyle/>
                    <a:p>
                      <a:pPr latinLnBrk="1"/>
                      <a:endParaRPr lang="ko-KR" altLang="en-US"/>
                    </a:p>
                  </a:txBody>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예상실적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113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77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81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271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97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94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293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FFFFFF"/>
                          </a:solidFill>
                          <a:effectLst/>
                          <a:latin typeface="나눔스퀘어 네오 OTF Regular" panose="00000500000000000000" pitchFamily="50" charset="-127"/>
                          <a:ea typeface="나눔스퀘어 네오 OTF Regular" panose="00000500000000000000" pitchFamily="50" charset="-127"/>
                        </a:rPr>
                        <a:t>564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35939679"/>
                  </a:ext>
                </a:extLst>
              </a:tr>
              <a:tr h="220189">
                <a:tc vMerge="1">
                  <a:txBody>
                    <a:bodyPr/>
                    <a:lstStyle/>
                    <a:p>
                      <a:pPr latinLnBrk="1"/>
                      <a:endParaRPr lang="ko-KR" altLang="en-US"/>
                    </a:p>
                  </a:txBody>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달성률</a:t>
                      </a: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101%</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100%</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79%</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93%</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90%</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89%</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88%</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89%</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FFFFFF"/>
                          </a:solidFill>
                          <a:effectLst/>
                          <a:latin typeface="나눔스퀘어 네오 OTF Regular" panose="00000500000000000000" pitchFamily="50" charset="-127"/>
                          <a:ea typeface="나눔스퀘어 네오 OTF Regular" panose="00000500000000000000" pitchFamily="50" charset="-127"/>
                        </a:rPr>
                        <a:t>42%</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1062360604"/>
                  </a:ext>
                </a:extLst>
              </a:tr>
              <a:tr h="220189">
                <a:tc vMerge="1">
                  <a:txBody>
                    <a:bodyPr/>
                    <a:lstStyle/>
                    <a:p>
                      <a:pPr latinLnBrk="1"/>
                      <a:endParaRPr lang="ko-KR" altLang="en-US"/>
                    </a:p>
                  </a:txBody>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성장률</a:t>
                      </a: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9%</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13%</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7%</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32%</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30%</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35%</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32%</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FFFFFF"/>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4062745685"/>
                  </a:ext>
                </a:extLst>
              </a:tr>
              <a:tr h="220189">
                <a:tc rowSpan="5">
                  <a:txBody>
                    <a:bodyPr/>
                    <a:lstStyle/>
                    <a:p>
                      <a:pPr algn="ctr" fontAlgn="ctr">
                        <a:buNone/>
                      </a:pPr>
                      <a:r>
                        <a:rPr lang="en-US"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GZ</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a:t>
                      </a: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25</a:t>
                      </a: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년 매출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73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49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57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180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52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49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141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139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159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FFFFFF"/>
                          </a:solidFill>
                          <a:effectLst/>
                          <a:latin typeface="나눔스퀘어 네오 OTF Regular" panose="00000500000000000000" pitchFamily="50" charset="-127"/>
                          <a:ea typeface="나눔스퀘어 네오 OTF Regular" panose="00000500000000000000" pitchFamily="50" charset="-127"/>
                        </a:rPr>
                        <a:t>618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3231307908"/>
                  </a:ext>
                </a:extLst>
              </a:tr>
              <a:tr h="220189">
                <a:tc vMerge="1">
                  <a:txBody>
                    <a:bodyPr/>
                    <a:lstStyle/>
                    <a:p>
                      <a:pPr latinLnBrk="1"/>
                      <a:endParaRPr lang="ko-KR" altLang="en-US"/>
                    </a:p>
                  </a:txBody>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사업계획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82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53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73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208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74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79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77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230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221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241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FFFFFF"/>
                          </a:solidFill>
                          <a:effectLst/>
                          <a:latin typeface="나눔스퀘어 네오 OTF Regular" panose="00000500000000000000" pitchFamily="50" charset="-127"/>
                          <a:ea typeface="나눔스퀘어 네오 OTF Regular" panose="00000500000000000000" pitchFamily="50" charset="-127"/>
                        </a:rPr>
                        <a:t>900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1604839551"/>
                  </a:ext>
                </a:extLst>
              </a:tr>
              <a:tr h="220189">
                <a:tc vMerge="1">
                  <a:txBody>
                    <a:bodyPr/>
                    <a:lstStyle/>
                    <a:p>
                      <a:pPr latinLnBrk="1"/>
                      <a:endParaRPr lang="ko-KR" altLang="en-US"/>
                    </a:p>
                  </a:txBody>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예상실적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82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53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63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198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69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71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64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205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FFFFFF"/>
                          </a:solidFill>
                          <a:effectLst/>
                          <a:latin typeface="나눔스퀘어 네오 OTF Regular" panose="00000500000000000000" pitchFamily="50" charset="-127"/>
                          <a:ea typeface="나눔스퀘어 네오 OTF Regular" panose="00000500000000000000" pitchFamily="50" charset="-127"/>
                        </a:rPr>
                        <a:t>402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1356591178"/>
                  </a:ext>
                </a:extLst>
              </a:tr>
              <a:tr h="220189">
                <a:tc vMerge="1">
                  <a:txBody>
                    <a:bodyPr/>
                    <a:lstStyle/>
                    <a:p>
                      <a:pPr latinLnBrk="1"/>
                      <a:endParaRPr lang="ko-KR" altLang="en-US"/>
                    </a:p>
                  </a:txBody>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달성률</a:t>
                      </a: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100%</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100%</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86%</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95%</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93%</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90%</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83%</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89%</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FFFFFF"/>
                          </a:solidFill>
                          <a:effectLst/>
                          <a:latin typeface="나눔스퀘어 네오 OTF Regular" panose="00000500000000000000" pitchFamily="50" charset="-127"/>
                          <a:ea typeface="나눔스퀘어 네오 OTF Regular" panose="00000500000000000000" pitchFamily="50" charset="-127"/>
                        </a:rPr>
                        <a:t>45%</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3557253228"/>
                  </a:ext>
                </a:extLst>
              </a:tr>
              <a:tr h="220189">
                <a:tc vMerge="1">
                  <a:txBody>
                    <a:bodyPr/>
                    <a:lstStyle/>
                    <a:p>
                      <a:pPr latinLnBrk="1"/>
                      <a:endParaRPr lang="ko-KR" altLang="en-US"/>
                    </a:p>
                  </a:txBody>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성장률</a:t>
                      </a: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12%</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33%</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45%</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62%</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45%</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FFFFFF"/>
                          </a:solidFill>
                          <a:effectLst/>
                          <a:latin typeface="나눔스퀘어 네오 OTF Regular" panose="00000500000000000000" pitchFamily="50" charset="-127"/>
                          <a:ea typeface="나눔스퀘어 네오 OTF Regular" panose="00000500000000000000" pitchFamily="50" charset="-127"/>
                        </a:rPr>
                        <a:t>-35%</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20380033"/>
                  </a:ext>
                </a:extLst>
              </a:tr>
              <a:tr h="220189">
                <a:tc rowSpan="5">
                  <a:txBody>
                    <a:bodyPr/>
                    <a:lstStyle/>
                    <a:p>
                      <a:pPr algn="ctr" fontAlgn="ctr">
                        <a:buNone/>
                      </a:pPr>
                      <a:r>
                        <a:rPr lang="en-US" sz="1100" b="1"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YSGB</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a:t>
                      </a: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25</a:t>
                      </a: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년 매출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19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25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74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21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81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111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114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FFFFFF"/>
                          </a:solidFill>
                          <a:effectLst/>
                          <a:latin typeface="나눔스퀘어 네오 OTF Regular" panose="00000500000000000000" pitchFamily="50" charset="-127"/>
                          <a:ea typeface="나눔스퀘어 네오 OTF Regular" panose="00000500000000000000" pitchFamily="50" charset="-127"/>
                        </a:rPr>
                        <a:t>380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3816903816"/>
                  </a:ext>
                </a:extLst>
              </a:tr>
              <a:tr h="220189">
                <a:tc vMerge="1">
                  <a:txBody>
                    <a:bodyPr/>
                    <a:lstStyle/>
                    <a:p>
                      <a:pPr latinLnBrk="1"/>
                      <a:endParaRPr lang="ko-KR" altLang="en-US"/>
                    </a:p>
                  </a:txBody>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사업계획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24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84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36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99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130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138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FFFFFF"/>
                          </a:solidFill>
                          <a:effectLst/>
                          <a:latin typeface="나눔스퀘어 네오 OTF Regular" panose="00000500000000000000" pitchFamily="50" charset="-127"/>
                          <a:ea typeface="나눔스퀘어 네오 OTF Regular" panose="00000500000000000000" pitchFamily="50" charset="-127"/>
                        </a:rPr>
                        <a:t>450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1840047346"/>
                  </a:ext>
                </a:extLst>
              </a:tr>
              <a:tr h="220189">
                <a:tc vMerge="1">
                  <a:txBody>
                    <a:bodyPr/>
                    <a:lstStyle/>
                    <a:p>
                      <a:pPr latinLnBrk="1"/>
                      <a:endParaRPr lang="ko-KR" altLang="en-US"/>
                    </a:p>
                  </a:txBody>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예상실적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31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24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18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73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28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31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30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89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FFFFFF"/>
                          </a:solidFill>
                          <a:effectLst/>
                          <a:latin typeface="나눔스퀘어 네오 OTF Regular" panose="00000500000000000000" pitchFamily="50" charset="-127"/>
                          <a:ea typeface="나눔스퀘어 네오 OTF Regular" panose="00000500000000000000" pitchFamily="50" charset="-127"/>
                        </a:rPr>
                        <a:t>162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3482146584"/>
                  </a:ext>
                </a:extLst>
              </a:tr>
              <a:tr h="220189">
                <a:tc vMerge="1">
                  <a:txBody>
                    <a:bodyPr/>
                    <a:lstStyle/>
                    <a:p>
                      <a:pPr latinLnBrk="1"/>
                      <a:endParaRPr lang="ko-KR" altLang="en-US"/>
                    </a:p>
                  </a:txBody>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달성률</a:t>
                      </a: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102%</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102%</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61%</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87%</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83%</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87%</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100%</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90%</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FFFFFF"/>
                          </a:solidFill>
                          <a:effectLst/>
                          <a:latin typeface="나눔스퀘어 네오 OTF Regular" panose="00000500000000000000" pitchFamily="50" charset="-127"/>
                          <a:ea typeface="나눔스퀘어 네오 OTF Regular" panose="00000500000000000000" pitchFamily="50" charset="-127"/>
                        </a:rPr>
                        <a:t>36%</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867773073"/>
                  </a:ext>
                </a:extLst>
              </a:tr>
              <a:tr h="220189">
                <a:tc vMerge="1">
                  <a:txBody>
                    <a:bodyPr/>
                    <a:lstStyle/>
                    <a:p>
                      <a:pPr latinLnBrk="1"/>
                      <a:endParaRPr lang="ko-KR" altLang="en-US"/>
                    </a:p>
                  </a:txBody>
                  <a:tcPr/>
                </a:tc>
                <a:tc>
                  <a:txBody>
                    <a:bodyPr/>
                    <a:lstStyle/>
                    <a:p>
                      <a:pPr algn="l" fontAlgn="ctr">
                        <a:buNone/>
                      </a:pPr>
                      <a:r>
                        <a:rPr lang="ko-KR" altLang="en-US"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성장률</a:t>
                      </a: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4%</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26%</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-28%</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29%</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5%</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0%</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ko-KR" sz="1100" b="0" i="0" u="none" strike="noStrike">
                          <a:solidFill>
                            <a:srgbClr val="000000"/>
                          </a:solidFill>
                          <a:effectLst/>
                          <a:latin typeface="나눔스퀘어 네오 OTF Regular" panose="00000500000000000000" pitchFamily="50" charset="-127"/>
                          <a:ea typeface="나눔스퀘어 네오 OTF Regular" panose="00000500000000000000" pitchFamily="50" charset="-127"/>
                        </a:rPr>
                        <a:t>10%</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000000"/>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E8E8E8"/>
                    </a:solidFill>
                  </a:tcPr>
                </a:tc>
                <a:tc>
                  <a:txBody>
                    <a:bodyPr/>
                    <a:lstStyle/>
                    <a:p>
                      <a:pPr algn="ctr" fontAlgn="ctr">
                        <a:buNone/>
                      </a:pPr>
                      <a:r>
                        <a:rPr lang="en-US" altLang="ko-KR" sz="1100" b="0" i="0" u="none" strike="noStrike" dirty="0">
                          <a:solidFill>
                            <a:srgbClr val="FFFFFF"/>
                          </a:solidFill>
                          <a:effectLst/>
                          <a:latin typeface="나눔스퀘어 네오 OTF Regular" panose="00000500000000000000" pitchFamily="50" charset="-127"/>
                          <a:ea typeface="나눔스퀘어 네오 OTF Regular" panose="00000500000000000000"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223862"/>
                    </a:solidFill>
                  </a:tcPr>
                </a:tc>
                <a:extLst>
                  <a:ext uri="{0D108BD9-81ED-4DB2-BD59-A6C34878D82A}">
                    <a16:rowId xmlns:a16="http://schemas.microsoft.com/office/drawing/2014/main" val="2206530131"/>
                  </a:ext>
                </a:extLst>
              </a:tr>
            </a:tbl>
          </a:graphicData>
        </a:graphic>
      </p:graphicFrame>
    </p:spTree>
    <p:extLst>
      <p:ext uri="{BB962C8B-B14F-4D97-AF65-F5344CB8AC3E}">
        <p14:creationId xmlns:p14="http://schemas.microsoft.com/office/powerpoint/2010/main" val="2255026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19B9C-DFBC-967A-43DD-52F0ADD2A2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8174E6E-79FA-FA94-0CA5-6C36EC8DEFA6}"/>
              </a:ext>
            </a:extLst>
          </p:cNvPr>
          <p:cNvSpPr txBox="1"/>
          <p:nvPr/>
        </p:nvSpPr>
        <p:spPr>
          <a:xfrm>
            <a:off x="9337964" y="354525"/>
            <a:ext cx="2862743" cy="323165"/>
          </a:xfrm>
          <a:prstGeom prst="rect">
            <a:avLst/>
          </a:prstGeom>
          <a:noFill/>
        </p:spPr>
        <p:txBody>
          <a:bodyPr wrap="square" rtlCol="0">
            <a:spAutoFit/>
          </a:bodyPr>
          <a:lstStyle/>
          <a:p>
            <a:pPr algn="r"/>
            <a:r>
              <a:rPr lang="ko-KR" altLang="en-US" sz="1500" b="1" dirty="0" err="1">
                <a:latin typeface="나눔스퀘어 네오 OTF Bold" panose="00000800000000000000" pitchFamily="50" charset="-127"/>
                <a:ea typeface="나눔스퀘어 네오 OTF Bold" panose="00000800000000000000" pitchFamily="50" charset="-127"/>
              </a:rPr>
              <a:t>코스맥스광저우</a:t>
            </a:r>
            <a:endParaRPr lang="ko-KR" altLang="en-US" sz="1500" b="1" dirty="0">
              <a:latin typeface="나눔스퀘어 네오 OTF Bold" panose="00000800000000000000" pitchFamily="50" charset="-127"/>
              <a:ea typeface="나눔스퀘어 네오 OTF Bold" panose="00000800000000000000" pitchFamily="50" charset="-127"/>
            </a:endParaRPr>
          </a:p>
        </p:txBody>
      </p:sp>
      <p:cxnSp>
        <p:nvCxnSpPr>
          <p:cNvPr id="3" name="직선 연결선 2">
            <a:extLst>
              <a:ext uri="{FF2B5EF4-FFF2-40B4-BE49-F238E27FC236}">
                <a16:creationId xmlns:a16="http://schemas.microsoft.com/office/drawing/2014/main" id="{BCE561F0-85AD-D508-6095-E18BBB5A47F1}"/>
              </a:ext>
            </a:extLst>
          </p:cNvPr>
          <p:cNvCxnSpPr/>
          <p:nvPr/>
        </p:nvCxnSpPr>
        <p:spPr>
          <a:xfrm>
            <a:off x="8707" y="677690"/>
            <a:ext cx="12192000" cy="0"/>
          </a:xfrm>
          <a:prstGeom prst="line">
            <a:avLst/>
          </a:prstGeom>
          <a:ln w="19050"/>
        </p:spPr>
        <p:style>
          <a:lnRef idx="1">
            <a:schemeClr val="dk1"/>
          </a:lnRef>
          <a:fillRef idx="0">
            <a:schemeClr val="dk1"/>
          </a:fillRef>
          <a:effectRef idx="0">
            <a:schemeClr val="dk1"/>
          </a:effectRef>
          <a:fontRef idx="minor">
            <a:schemeClr val="tx1"/>
          </a:fontRef>
        </p:style>
      </p:cxnSp>
      <p:sp>
        <p:nvSpPr>
          <p:cNvPr id="4" name="TextBox 22">
            <a:extLst>
              <a:ext uri="{FF2B5EF4-FFF2-40B4-BE49-F238E27FC236}">
                <a16:creationId xmlns:a16="http://schemas.microsoft.com/office/drawing/2014/main" id="{72CD748C-F2A3-1C6F-6DB0-F1761E7BBD78}"/>
              </a:ext>
            </a:extLst>
          </p:cNvPr>
          <p:cNvSpPr txBox="1">
            <a:spLocks noChangeArrowheads="1"/>
          </p:cNvSpPr>
          <p:nvPr/>
        </p:nvSpPr>
        <p:spPr bwMode="auto">
          <a:xfrm>
            <a:off x="207390" y="224137"/>
            <a:ext cx="3565525" cy="466725"/>
          </a:xfrm>
          <a:prstGeom prst="rect">
            <a:avLst/>
          </a:prstGeom>
          <a:noFill/>
          <a:ln w="9525">
            <a:noFill/>
            <a:miter lim="800000"/>
          </a:ln>
        </p:spPr>
        <p:txBody>
          <a:bodyPr wrap="none" lIns="91440" tIns="45720" rIns="91440" bIns="45720" anchor="t"/>
          <a:lstStyle/>
          <a:p>
            <a:pPr marL="228600" indent="-228600">
              <a:spcBef>
                <a:spcPts val="200"/>
              </a:spcBef>
            </a:pPr>
            <a:r>
              <a:rPr kumimoji="1" lang="en-US" altLang="ko-KR" sz="2000" b="1" dirty="0">
                <a:latin typeface="나눔스퀘어 네오 OTF Bold" panose="00000800000000000000" pitchFamily="50" charset="-127"/>
                <a:ea typeface="나눔스퀘어 네오 OTF Bold" panose="00000800000000000000" pitchFamily="50" charset="-127"/>
              </a:rPr>
              <a:t>2. 2026</a:t>
            </a:r>
            <a:r>
              <a:rPr kumimoji="1" lang="ko-KR" altLang="en-US" sz="2000" b="1" dirty="0">
                <a:latin typeface="나눔스퀘어 네오 OTF Bold" panose="00000800000000000000" pitchFamily="50" charset="-127"/>
                <a:ea typeface="나눔스퀘어 네오 OTF Bold" panose="00000800000000000000" pitchFamily="50" charset="-127"/>
              </a:rPr>
              <a:t>년 </a:t>
            </a:r>
            <a:r>
              <a:rPr kumimoji="1" lang="en-US" altLang="ko-KR" sz="2000" b="1" dirty="0">
                <a:latin typeface="나눔스퀘어 네오 OTF Bold" panose="00000800000000000000" pitchFamily="50" charset="-127"/>
                <a:ea typeface="나눔스퀘어 네오 OTF Bold" panose="00000800000000000000" pitchFamily="50" charset="-127"/>
              </a:rPr>
              <a:t>1</a:t>
            </a:r>
            <a:r>
              <a:rPr kumimoji="1" lang="ko-KR" altLang="en-US" sz="2000" b="1" dirty="0">
                <a:latin typeface="나눔스퀘어 네오 OTF Bold" panose="00000800000000000000" pitchFamily="50" charset="-127"/>
                <a:ea typeface="나눔스퀘어 네오 OTF Bold" panose="00000800000000000000" pitchFamily="50" charset="-127"/>
              </a:rPr>
              <a:t>분기 </a:t>
            </a:r>
            <a:r>
              <a:rPr kumimoji="1" lang="en-US" altLang="ko-KR" sz="2000" b="1" dirty="0">
                <a:latin typeface="나눔스퀘어 네오 OTF Bold" panose="00000800000000000000" pitchFamily="50" charset="-127"/>
                <a:ea typeface="나눔스퀘어 네오 OTF Bold" panose="00000800000000000000" pitchFamily="50" charset="-127"/>
              </a:rPr>
              <a:t>TOP 30 </a:t>
            </a:r>
            <a:r>
              <a:rPr kumimoji="1" lang="ko-KR" altLang="en-US" sz="2000" b="1" dirty="0">
                <a:latin typeface="나눔스퀘어 네오 OTF Bold" panose="00000800000000000000" pitchFamily="50" charset="-127"/>
                <a:ea typeface="나눔스퀘어 네오 OTF Bold" panose="00000800000000000000" pitchFamily="50" charset="-127"/>
              </a:rPr>
              <a:t>고객사 실적  </a:t>
            </a:r>
            <a:endParaRPr kumimoji="1" lang="en-US" altLang="ko-KR" sz="2000" b="1" dirty="0">
              <a:latin typeface="나눔스퀘어 네오 OTF Bold" panose="00000800000000000000" pitchFamily="50" charset="-127"/>
              <a:ea typeface="나눔스퀘어 네오 OTF Bold" panose="00000800000000000000" pitchFamily="50" charset="-127"/>
            </a:endParaRPr>
          </a:p>
        </p:txBody>
      </p:sp>
      <p:sp>
        <p:nvSpPr>
          <p:cNvPr id="43" name="Shape 4">
            <a:extLst>
              <a:ext uri="{FF2B5EF4-FFF2-40B4-BE49-F238E27FC236}">
                <a16:creationId xmlns:a16="http://schemas.microsoft.com/office/drawing/2014/main" id="{895D3AEF-C2BC-790F-CF7F-6B99A26472A7}"/>
              </a:ext>
            </a:extLst>
          </p:cNvPr>
          <p:cNvSpPr/>
          <p:nvPr/>
        </p:nvSpPr>
        <p:spPr>
          <a:xfrm>
            <a:off x="399962" y="861482"/>
            <a:ext cx="3708000" cy="1268770"/>
          </a:xfrm>
          <a:prstGeom prst="roundRect">
            <a:avLst>
              <a:gd name="adj" fmla="val 2880"/>
            </a:avLst>
          </a:prstGeom>
          <a:solidFill>
            <a:schemeClr val="accent1">
              <a:lumMod val="20000"/>
              <a:lumOff val="80000"/>
            </a:schemeClr>
          </a:solidFill>
          <a:ln w="12700">
            <a:solidFill>
              <a:srgbClr val="E5E2EA"/>
            </a:solidFill>
            <a:prstDash val="solid"/>
          </a:ln>
          <a:effectLst>
            <a:outerShdw blurRad="63500" dist="38100" dir="16200000" algn="bl" rotWithShape="0">
              <a:srgbClr val="000000">
                <a:alpha val="5000"/>
              </a:srgbClr>
            </a:outerShdw>
          </a:effectLst>
        </p:spPr>
        <p:txBody>
          <a:bodyPr/>
          <a:lstStyle/>
          <a:p>
            <a:endParaRPr lang="ko-KR" altLang="en-US">
              <a:latin typeface="나눔스퀘어 네오 OTF Bold" panose="00000800000000000000" pitchFamily="50" charset="-127"/>
              <a:ea typeface="나눔스퀘어 네오 OTF Bold" panose="00000800000000000000" pitchFamily="50" charset="-127"/>
            </a:endParaRPr>
          </a:p>
        </p:txBody>
      </p:sp>
      <p:sp>
        <p:nvSpPr>
          <p:cNvPr id="44" name="Shape 4">
            <a:extLst>
              <a:ext uri="{FF2B5EF4-FFF2-40B4-BE49-F238E27FC236}">
                <a16:creationId xmlns:a16="http://schemas.microsoft.com/office/drawing/2014/main" id="{09E18682-D0B6-E142-EEB6-3C7413ACB7B4}"/>
              </a:ext>
            </a:extLst>
          </p:cNvPr>
          <p:cNvSpPr/>
          <p:nvPr/>
        </p:nvSpPr>
        <p:spPr>
          <a:xfrm>
            <a:off x="399962" y="2276959"/>
            <a:ext cx="3708000" cy="1268770"/>
          </a:xfrm>
          <a:prstGeom prst="roundRect">
            <a:avLst>
              <a:gd name="adj" fmla="val 2880"/>
            </a:avLst>
          </a:prstGeom>
          <a:solidFill>
            <a:schemeClr val="tx2">
              <a:lumMod val="20000"/>
              <a:lumOff val="80000"/>
            </a:schemeClr>
          </a:solidFill>
          <a:ln w="12700">
            <a:solidFill>
              <a:srgbClr val="E5E2EA"/>
            </a:solidFill>
            <a:prstDash val="solid"/>
          </a:ln>
          <a:effectLst>
            <a:outerShdw blurRad="63500" dist="38100" dir="16200000" algn="bl" rotWithShape="0">
              <a:srgbClr val="000000">
                <a:alpha val="5000"/>
              </a:srgbClr>
            </a:outerShdw>
          </a:effectLst>
        </p:spPr>
        <p:txBody>
          <a:bodyPr/>
          <a:lstStyle/>
          <a:p>
            <a:endParaRPr lang="ko-KR" altLang="en-US">
              <a:latin typeface="나눔스퀘어 네오 OTF Bold" panose="00000800000000000000" pitchFamily="50" charset="-127"/>
              <a:ea typeface="나눔스퀘어 네오 OTF Bold" panose="00000800000000000000" pitchFamily="50" charset="-127"/>
            </a:endParaRPr>
          </a:p>
        </p:txBody>
      </p:sp>
      <p:sp>
        <p:nvSpPr>
          <p:cNvPr id="45" name="Shape 4">
            <a:extLst>
              <a:ext uri="{FF2B5EF4-FFF2-40B4-BE49-F238E27FC236}">
                <a16:creationId xmlns:a16="http://schemas.microsoft.com/office/drawing/2014/main" id="{D367F8ED-7C33-2AEF-62EB-953671769DF8}"/>
              </a:ext>
            </a:extLst>
          </p:cNvPr>
          <p:cNvSpPr/>
          <p:nvPr/>
        </p:nvSpPr>
        <p:spPr>
          <a:xfrm>
            <a:off x="396397" y="3695784"/>
            <a:ext cx="3708000" cy="803815"/>
          </a:xfrm>
          <a:prstGeom prst="roundRect">
            <a:avLst>
              <a:gd name="adj" fmla="val 2880"/>
            </a:avLst>
          </a:prstGeom>
          <a:solidFill>
            <a:schemeClr val="bg2">
              <a:lumMod val="90000"/>
            </a:schemeClr>
          </a:solidFill>
          <a:ln w="12700">
            <a:solidFill>
              <a:srgbClr val="E5E2EA"/>
            </a:solidFill>
            <a:prstDash val="solid"/>
          </a:ln>
          <a:effectLst>
            <a:outerShdw blurRad="63500" dist="38100" dir="16200000" algn="bl" rotWithShape="0">
              <a:srgbClr val="000000">
                <a:alpha val="5000"/>
              </a:srgbClr>
            </a:outerShdw>
          </a:effectLst>
        </p:spPr>
        <p:txBody>
          <a:bodyPr/>
          <a:lstStyle/>
          <a:p>
            <a:endParaRPr lang="ko-KR" altLang="en-US">
              <a:latin typeface="나눔스퀘어 네오 OTF Bold" panose="00000800000000000000" pitchFamily="50" charset="-127"/>
              <a:ea typeface="나눔스퀘어 네오 OTF Bold" panose="00000800000000000000" pitchFamily="50" charset="-127"/>
            </a:endParaRPr>
          </a:p>
        </p:txBody>
      </p:sp>
      <p:sp>
        <p:nvSpPr>
          <p:cNvPr id="59" name="Text 6">
            <a:extLst>
              <a:ext uri="{FF2B5EF4-FFF2-40B4-BE49-F238E27FC236}">
                <a16:creationId xmlns:a16="http://schemas.microsoft.com/office/drawing/2014/main" id="{655461A3-8C33-FD9C-F716-1F2AC16FE3BA}"/>
              </a:ext>
            </a:extLst>
          </p:cNvPr>
          <p:cNvSpPr txBox="1"/>
          <p:nvPr/>
        </p:nvSpPr>
        <p:spPr>
          <a:xfrm>
            <a:off x="578893" y="969378"/>
            <a:ext cx="2610524" cy="914400"/>
          </a:xfrm>
          <a:prstGeom prst="rect">
            <a:avLst/>
          </a:prstGeom>
          <a:noFill/>
          <a:ln/>
        </p:spPr>
        <p:txBody>
          <a:bodyPr wrap="square" lIns="0" tIns="0" rIns="0" bIns="0" rtlCol="0" anchor="ctr"/>
          <a:lstStyle/>
          <a:p>
            <a:pPr marL="0" indent="0" algn="l">
              <a:buNone/>
            </a:pPr>
            <a:r>
              <a:rPr lang="en-US" sz="3200" b="1" dirty="0">
                <a:solidFill>
                  <a:srgbClr val="203864"/>
                </a:solidFill>
                <a:latin typeface="나눔스퀘어 네오 OTF ExtraBold" panose="00000900000000000000" pitchFamily="50" charset="-127"/>
                <a:ea typeface="나눔스퀘어 네오 OTF ExtraBold" panose="00000900000000000000" pitchFamily="50" charset="-127"/>
                <a:cs typeface="Noto Sans KR" pitchFamily="34" charset="-120"/>
              </a:rPr>
              <a:t>133</a:t>
            </a:r>
            <a:r>
              <a:rPr lang="en-US" sz="4800" b="1" dirty="0">
                <a:solidFill>
                  <a:srgbClr val="203864"/>
                </a:solidFill>
                <a:latin typeface="나눔스퀘어 네오 OTF ExtraBold" panose="00000900000000000000" pitchFamily="50" charset="-127"/>
                <a:ea typeface="나눔스퀘어 네오 OTF ExtraBold" panose="00000900000000000000" pitchFamily="50" charset="-127"/>
                <a:cs typeface="Noto Sans KR" pitchFamily="34" charset="-120"/>
              </a:rPr>
              <a:t> </a:t>
            </a:r>
            <a:r>
              <a:rPr lang="en-US" b="1" dirty="0" err="1">
                <a:solidFill>
                  <a:srgbClr val="535353"/>
                </a:solidFill>
                <a:latin typeface="나눔스퀘어 네오 OTF ExtraBold" panose="00000900000000000000" pitchFamily="50" charset="-127"/>
                <a:ea typeface="나눔스퀘어 네오 OTF ExtraBold" panose="00000900000000000000" pitchFamily="50" charset="-127"/>
                <a:cs typeface="Noto Sans KR" pitchFamily="34" charset="-120"/>
              </a:rPr>
              <a:t>백만</a:t>
            </a:r>
            <a:r>
              <a:rPr lang="en-US" b="1" dirty="0">
                <a:solidFill>
                  <a:srgbClr val="535353"/>
                </a:solidFill>
                <a:latin typeface="나눔스퀘어 네오 OTF ExtraBold" panose="00000900000000000000" pitchFamily="50" charset="-127"/>
                <a:ea typeface="나눔스퀘어 네오 OTF ExtraBold" panose="00000900000000000000" pitchFamily="50" charset="-127"/>
                <a:cs typeface="Noto Sans KR" pitchFamily="34" charset="-120"/>
              </a:rPr>
              <a:t> RMB</a:t>
            </a:r>
            <a:endParaRPr lang="en-US" dirty="0">
              <a:latin typeface="나눔스퀘어 네오 OTF ExtraBold" panose="00000900000000000000" pitchFamily="50" charset="-127"/>
              <a:ea typeface="나눔스퀘어 네오 OTF ExtraBold" panose="00000900000000000000" pitchFamily="50" charset="-127"/>
            </a:endParaRPr>
          </a:p>
        </p:txBody>
      </p:sp>
      <p:sp>
        <p:nvSpPr>
          <p:cNvPr id="61" name="Text 7">
            <a:extLst>
              <a:ext uri="{FF2B5EF4-FFF2-40B4-BE49-F238E27FC236}">
                <a16:creationId xmlns:a16="http://schemas.microsoft.com/office/drawing/2014/main" id="{1C237D4B-429C-EC54-34D6-C0D966002064}"/>
              </a:ext>
            </a:extLst>
          </p:cNvPr>
          <p:cNvSpPr txBox="1"/>
          <p:nvPr/>
        </p:nvSpPr>
        <p:spPr>
          <a:xfrm>
            <a:off x="597372" y="1787352"/>
            <a:ext cx="2954426" cy="342900"/>
          </a:xfrm>
          <a:prstGeom prst="rect">
            <a:avLst/>
          </a:prstGeom>
          <a:noFill/>
          <a:ln/>
        </p:spPr>
        <p:txBody>
          <a:bodyPr wrap="square" lIns="0" tIns="0" rIns="0" bIns="0" rtlCol="0" anchor="ctr"/>
          <a:lstStyle/>
          <a:p>
            <a:pPr marL="0" indent="0" algn="l">
              <a:buNone/>
            </a:pPr>
            <a:r>
              <a:rPr lang="ko-KR" altLang="en-US" sz="1200" dirty="0">
                <a:solidFill>
                  <a:srgbClr val="385723"/>
                </a:solidFill>
                <a:latin typeface="나눔스퀘어 네오 OTF Bold" panose="00000800000000000000" pitchFamily="50" charset="-127"/>
                <a:ea typeface="나눔스퀘어 네오 OTF Bold" panose="00000800000000000000" pitchFamily="50" charset="-127"/>
              </a:rPr>
              <a:t>전체 매출의 </a:t>
            </a:r>
            <a:r>
              <a:rPr lang="en-US" altLang="ko-KR" sz="1200" dirty="0">
                <a:solidFill>
                  <a:srgbClr val="385723"/>
                </a:solidFill>
                <a:latin typeface="나눔스퀘어 네오 OTF Bold" panose="00000800000000000000" pitchFamily="50" charset="-127"/>
                <a:ea typeface="나눔스퀘어 네오 OTF Bold" panose="00000800000000000000" pitchFamily="50" charset="-127"/>
              </a:rPr>
              <a:t>67% </a:t>
            </a:r>
            <a:endParaRPr lang="en-US" sz="1200" dirty="0">
              <a:latin typeface="나눔스퀘어 네오 OTF Bold" panose="00000800000000000000" pitchFamily="50" charset="-127"/>
              <a:ea typeface="나눔스퀘어 네오 OTF Bold" panose="00000800000000000000" pitchFamily="50" charset="-127"/>
            </a:endParaRPr>
          </a:p>
        </p:txBody>
      </p:sp>
      <p:sp>
        <p:nvSpPr>
          <p:cNvPr id="80" name="Text 7">
            <a:extLst>
              <a:ext uri="{FF2B5EF4-FFF2-40B4-BE49-F238E27FC236}">
                <a16:creationId xmlns:a16="http://schemas.microsoft.com/office/drawing/2014/main" id="{D3A1872B-5726-7970-520A-2E1B7D213396}"/>
              </a:ext>
            </a:extLst>
          </p:cNvPr>
          <p:cNvSpPr txBox="1"/>
          <p:nvPr/>
        </p:nvSpPr>
        <p:spPr>
          <a:xfrm>
            <a:off x="555287" y="3209006"/>
            <a:ext cx="2954426" cy="342900"/>
          </a:xfrm>
          <a:prstGeom prst="rect">
            <a:avLst/>
          </a:prstGeom>
          <a:noFill/>
          <a:ln/>
        </p:spPr>
        <p:txBody>
          <a:bodyPr wrap="square" lIns="0" tIns="0" rIns="0" bIns="0" rtlCol="0" anchor="ctr"/>
          <a:lstStyle/>
          <a:p>
            <a:pPr marL="0" indent="0" algn="l">
              <a:buNone/>
            </a:pPr>
            <a:r>
              <a:rPr lang="en-US" sz="1200" dirty="0">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전</a:t>
            </a:r>
            <a:r>
              <a:rPr lang="ko-KR" altLang="en-US" sz="1200" dirty="0">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제 매출의 </a:t>
            </a:r>
            <a:r>
              <a:rPr lang="en-US" altLang="ko-KR" sz="1200" dirty="0">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85</a:t>
            </a:r>
            <a:r>
              <a:rPr lang="en-US" sz="1200" dirty="0">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 </a:t>
            </a:r>
            <a:endParaRPr lang="en-US" sz="1200" dirty="0">
              <a:latin typeface="나눔스퀘어 네오 OTF Bold" panose="00000800000000000000" pitchFamily="50" charset="-127"/>
              <a:ea typeface="나눔스퀘어 네오 OTF Bold" panose="00000800000000000000" pitchFamily="50" charset="-127"/>
            </a:endParaRPr>
          </a:p>
        </p:txBody>
      </p:sp>
      <p:sp>
        <p:nvSpPr>
          <p:cNvPr id="14" name="Text 5">
            <a:extLst>
              <a:ext uri="{FF2B5EF4-FFF2-40B4-BE49-F238E27FC236}">
                <a16:creationId xmlns:a16="http://schemas.microsoft.com/office/drawing/2014/main" id="{48BF607F-FB0E-E628-AB79-1A43B63C3EA9}"/>
              </a:ext>
            </a:extLst>
          </p:cNvPr>
          <p:cNvSpPr txBox="1"/>
          <p:nvPr/>
        </p:nvSpPr>
        <p:spPr>
          <a:xfrm>
            <a:off x="4402994" y="850397"/>
            <a:ext cx="2340976" cy="254203"/>
          </a:xfrm>
          <a:prstGeom prst="rect">
            <a:avLst/>
          </a:prstGeom>
          <a:solidFill>
            <a:srgbClr val="FFFFFF">
              <a:alpha val="0"/>
            </a:srgbClr>
          </a:solidFill>
          <a:ln>
            <a:solidFill>
              <a:srgbClr val="FFFFFF">
                <a:alpha val="0"/>
              </a:srgbClr>
            </a:solidFill>
          </a:ln>
        </p:spPr>
        <p:txBody>
          <a:bodyPr wrap="square" lIns="0" tIns="0" rIns="0" bIns="0" rtlCol="0" anchor="ctr"/>
          <a:lstStyle/>
          <a:p>
            <a:r>
              <a:rPr lang="en-US" sz="14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TOP 1~30 </a:t>
            </a:r>
            <a:r>
              <a:rPr lang="ko-KR" altLang="en-US" sz="14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고객사 매출</a:t>
            </a:r>
            <a:r>
              <a:rPr lang="en-US" sz="14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a:t>
            </a:r>
            <a:endParaRPr lang="en-US" sz="1400" dirty="0">
              <a:latin typeface="나눔스퀘어 네오 OTF Bold" panose="00000800000000000000" pitchFamily="50" charset="-127"/>
              <a:ea typeface="나눔스퀘어 네오 OTF Bold" panose="00000800000000000000" pitchFamily="50" charset="-127"/>
            </a:endParaRPr>
          </a:p>
        </p:txBody>
      </p:sp>
      <p:sp>
        <p:nvSpPr>
          <p:cNvPr id="15" name="Shape 4">
            <a:extLst>
              <a:ext uri="{FF2B5EF4-FFF2-40B4-BE49-F238E27FC236}">
                <a16:creationId xmlns:a16="http://schemas.microsoft.com/office/drawing/2014/main" id="{D0A7E494-F307-21B2-9837-D80F38D67735}"/>
              </a:ext>
            </a:extLst>
          </p:cNvPr>
          <p:cNvSpPr/>
          <p:nvPr/>
        </p:nvSpPr>
        <p:spPr>
          <a:xfrm>
            <a:off x="4286893" y="842276"/>
            <a:ext cx="45719" cy="254203"/>
          </a:xfrm>
          <a:prstGeom prst="rect">
            <a:avLst/>
          </a:prstGeom>
          <a:solidFill>
            <a:srgbClr val="C00000"/>
          </a:solidFill>
          <a:ln w="12700">
            <a:solidFill>
              <a:srgbClr val="C00000">
                <a:alpha val="0"/>
              </a:srgbClr>
            </a:solidFill>
            <a:prstDash val="solid"/>
          </a:ln>
        </p:spPr>
        <p:txBody>
          <a:bodyPr/>
          <a:lstStyle/>
          <a:p>
            <a:endParaRPr lang="ko-KR" altLang="en-US" sz="1200">
              <a:latin typeface="나눔스퀘어 네오 OTF Bold" panose="00000800000000000000" pitchFamily="50" charset="-127"/>
              <a:ea typeface="나눔스퀘어 네오 OTF Bold" panose="00000800000000000000" pitchFamily="50" charset="-127"/>
            </a:endParaRPr>
          </a:p>
        </p:txBody>
      </p:sp>
      <p:sp>
        <p:nvSpPr>
          <p:cNvPr id="20" name="Text 6">
            <a:extLst>
              <a:ext uri="{FF2B5EF4-FFF2-40B4-BE49-F238E27FC236}">
                <a16:creationId xmlns:a16="http://schemas.microsoft.com/office/drawing/2014/main" id="{22A56D03-FDCB-E7D1-B3F3-376D8BC6BE7A}"/>
              </a:ext>
            </a:extLst>
          </p:cNvPr>
          <p:cNvSpPr txBox="1"/>
          <p:nvPr/>
        </p:nvSpPr>
        <p:spPr>
          <a:xfrm>
            <a:off x="581319" y="2384855"/>
            <a:ext cx="2610524" cy="914400"/>
          </a:xfrm>
          <a:prstGeom prst="rect">
            <a:avLst/>
          </a:prstGeom>
          <a:noFill/>
          <a:ln/>
        </p:spPr>
        <p:txBody>
          <a:bodyPr wrap="square" lIns="0" tIns="0" rIns="0" bIns="0" rtlCol="0" anchor="ctr"/>
          <a:lstStyle/>
          <a:p>
            <a:pPr marL="0" indent="0" algn="l">
              <a:buNone/>
            </a:pPr>
            <a:r>
              <a:rPr lang="en-US" sz="3200" b="1" dirty="0">
                <a:solidFill>
                  <a:srgbClr val="203864"/>
                </a:solidFill>
                <a:latin typeface="나눔스퀘어 네오 OTF ExtraBold" panose="00000900000000000000" pitchFamily="50" charset="-127"/>
                <a:ea typeface="나눔스퀘어 네오 OTF ExtraBold" panose="00000900000000000000" pitchFamily="50" charset="-127"/>
                <a:cs typeface="Noto Sans KR" pitchFamily="34" charset="-120"/>
              </a:rPr>
              <a:t>169</a:t>
            </a:r>
            <a:r>
              <a:rPr lang="en-US" sz="4800" b="1" dirty="0">
                <a:solidFill>
                  <a:srgbClr val="203864"/>
                </a:solidFill>
                <a:latin typeface="나눔스퀘어 네오 OTF ExtraBold" panose="00000900000000000000" pitchFamily="50" charset="-127"/>
                <a:ea typeface="나눔스퀘어 네오 OTF ExtraBold" panose="00000900000000000000" pitchFamily="50" charset="-127"/>
                <a:cs typeface="Noto Sans KR" pitchFamily="34" charset="-120"/>
              </a:rPr>
              <a:t> </a:t>
            </a:r>
            <a:r>
              <a:rPr lang="en-US" b="1" dirty="0" err="1">
                <a:solidFill>
                  <a:srgbClr val="535353"/>
                </a:solidFill>
                <a:latin typeface="나눔스퀘어 네오 OTF ExtraBold" panose="00000900000000000000" pitchFamily="50" charset="-127"/>
                <a:ea typeface="나눔스퀘어 네오 OTF ExtraBold" panose="00000900000000000000" pitchFamily="50" charset="-127"/>
                <a:cs typeface="Noto Sans KR" pitchFamily="34" charset="-120"/>
              </a:rPr>
              <a:t>백만</a:t>
            </a:r>
            <a:r>
              <a:rPr lang="en-US" b="1" dirty="0">
                <a:solidFill>
                  <a:srgbClr val="535353"/>
                </a:solidFill>
                <a:latin typeface="나눔스퀘어 네오 OTF ExtraBold" panose="00000900000000000000" pitchFamily="50" charset="-127"/>
                <a:ea typeface="나눔스퀘어 네오 OTF ExtraBold" panose="00000900000000000000" pitchFamily="50" charset="-127"/>
                <a:cs typeface="Noto Sans KR" pitchFamily="34" charset="-120"/>
              </a:rPr>
              <a:t> RMB</a:t>
            </a:r>
            <a:endParaRPr lang="en-US" dirty="0">
              <a:latin typeface="나눔스퀘어 네오 OTF ExtraBold" panose="00000900000000000000" pitchFamily="50" charset="-127"/>
              <a:ea typeface="나눔스퀘어 네오 OTF ExtraBold" panose="00000900000000000000" pitchFamily="50" charset="-127"/>
            </a:endParaRPr>
          </a:p>
        </p:txBody>
      </p:sp>
      <p:sp>
        <p:nvSpPr>
          <p:cNvPr id="22" name="Text 6">
            <a:extLst>
              <a:ext uri="{FF2B5EF4-FFF2-40B4-BE49-F238E27FC236}">
                <a16:creationId xmlns:a16="http://schemas.microsoft.com/office/drawing/2014/main" id="{CDE011B6-0D7B-F4D1-823B-C3FDB79750D3}"/>
              </a:ext>
            </a:extLst>
          </p:cNvPr>
          <p:cNvSpPr txBox="1"/>
          <p:nvPr/>
        </p:nvSpPr>
        <p:spPr>
          <a:xfrm>
            <a:off x="554991" y="3787841"/>
            <a:ext cx="1144500" cy="914400"/>
          </a:xfrm>
          <a:prstGeom prst="rect">
            <a:avLst/>
          </a:prstGeom>
          <a:noFill/>
          <a:ln/>
        </p:spPr>
        <p:txBody>
          <a:bodyPr wrap="square" lIns="0" tIns="0" rIns="0" bIns="0" rtlCol="0" anchor="ctr"/>
          <a:lstStyle/>
          <a:p>
            <a:pPr marL="0" indent="0" algn="l">
              <a:buNone/>
            </a:pPr>
            <a:r>
              <a:rPr lang="en-US" sz="2400" b="1" dirty="0">
                <a:solidFill>
                  <a:srgbClr val="203864"/>
                </a:solidFill>
                <a:latin typeface="나눔스퀘어 네오 OTF ExtraBold" panose="00000900000000000000" pitchFamily="50" charset="-127"/>
                <a:ea typeface="나눔스퀘어 네오 OTF ExtraBold" panose="00000900000000000000" pitchFamily="50" charset="-127"/>
                <a:cs typeface="Noto Sans KR" pitchFamily="34" charset="-120"/>
              </a:rPr>
              <a:t>4</a:t>
            </a:r>
            <a:r>
              <a:rPr lang="en-US" sz="2400" b="1">
                <a:solidFill>
                  <a:srgbClr val="203864"/>
                </a:solidFill>
                <a:latin typeface="나눔스퀘어 네오 OTF ExtraBold" panose="00000900000000000000" pitchFamily="50" charset="-127"/>
                <a:ea typeface="나눔스퀘어 네오 OTF ExtraBold" panose="00000900000000000000" pitchFamily="50" charset="-127"/>
                <a:cs typeface="Noto Sans KR" pitchFamily="34" charset="-120"/>
              </a:rPr>
              <a:t> </a:t>
            </a:r>
            <a:r>
              <a:rPr lang="ko-KR" altLang="en-US" b="1" dirty="0">
                <a:solidFill>
                  <a:srgbClr val="535353"/>
                </a:solidFill>
                <a:latin typeface="나눔스퀘어 네오 OTF ExtraBold" panose="00000900000000000000" pitchFamily="50" charset="-127"/>
                <a:ea typeface="나눔스퀘어 네오 OTF ExtraBold" panose="00000900000000000000" pitchFamily="50" charset="-127"/>
                <a:cs typeface="Noto Sans KR" pitchFamily="34" charset="-120"/>
              </a:rPr>
              <a:t>개사</a:t>
            </a:r>
            <a:endParaRPr lang="en-US" dirty="0">
              <a:latin typeface="나눔스퀘어 네오 OTF ExtraBold" panose="00000900000000000000" pitchFamily="50" charset="-127"/>
              <a:ea typeface="나눔스퀘어 네오 OTF ExtraBold" panose="00000900000000000000" pitchFamily="50" charset="-127"/>
            </a:endParaRPr>
          </a:p>
        </p:txBody>
      </p:sp>
      <p:sp>
        <p:nvSpPr>
          <p:cNvPr id="77" name="Text 5">
            <a:extLst>
              <a:ext uri="{FF2B5EF4-FFF2-40B4-BE49-F238E27FC236}">
                <a16:creationId xmlns:a16="http://schemas.microsoft.com/office/drawing/2014/main" id="{297C7F75-1AF0-9C31-2674-72A8A7ED0D1B}"/>
              </a:ext>
            </a:extLst>
          </p:cNvPr>
          <p:cNvSpPr txBox="1"/>
          <p:nvPr/>
        </p:nvSpPr>
        <p:spPr>
          <a:xfrm>
            <a:off x="554991" y="2273611"/>
            <a:ext cx="2278649" cy="381305"/>
          </a:xfrm>
          <a:prstGeom prst="rect">
            <a:avLst/>
          </a:prstGeom>
          <a:noFill/>
          <a:ln/>
        </p:spPr>
        <p:txBody>
          <a:bodyPr wrap="square" lIns="0" tIns="0" rIns="0" bIns="0" rtlCol="0" anchor="ctr"/>
          <a:lstStyle/>
          <a:p>
            <a:pPr marL="0" indent="0" algn="l">
              <a:buNone/>
            </a:pPr>
            <a:r>
              <a:rPr lang="en-US" altLang="ko-KR" sz="1200" b="1" dirty="0">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TOP 30 </a:t>
            </a:r>
            <a:r>
              <a:rPr lang="ko-KR" altLang="en-US" sz="1200" b="1" dirty="0">
                <a:solidFill>
                  <a:srgbClr val="535353"/>
                </a:solidFill>
                <a:latin typeface="나눔스퀘어 네오 OTF Bold" panose="00000800000000000000" pitchFamily="50" charset="-127"/>
                <a:ea typeface="나눔스퀘어 네오 OTF Bold" panose="00000800000000000000" pitchFamily="50" charset="-127"/>
                <a:cs typeface="Noto Sans KR" pitchFamily="34" charset="-120"/>
              </a:rPr>
              <a:t>고객사 매출 합계</a:t>
            </a:r>
            <a:endParaRPr lang="en-US" sz="1200" b="1" dirty="0">
              <a:latin typeface="나눔스퀘어 네오 OTF Bold" panose="00000800000000000000" pitchFamily="50" charset="-127"/>
              <a:ea typeface="나눔스퀘어 네오 OTF Bold" panose="00000800000000000000" pitchFamily="50" charset="-127"/>
            </a:endParaRPr>
          </a:p>
        </p:txBody>
      </p:sp>
      <p:sp>
        <p:nvSpPr>
          <p:cNvPr id="5" name="Text 5">
            <a:extLst>
              <a:ext uri="{FF2B5EF4-FFF2-40B4-BE49-F238E27FC236}">
                <a16:creationId xmlns:a16="http://schemas.microsoft.com/office/drawing/2014/main" id="{784C3537-783C-D332-62B6-255A46D0CEB3}"/>
              </a:ext>
            </a:extLst>
          </p:cNvPr>
          <p:cNvSpPr txBox="1"/>
          <p:nvPr/>
        </p:nvSpPr>
        <p:spPr>
          <a:xfrm>
            <a:off x="563899" y="3692436"/>
            <a:ext cx="2773174" cy="381305"/>
          </a:xfrm>
          <a:prstGeom prst="rect">
            <a:avLst/>
          </a:prstGeom>
          <a:noFill/>
          <a:ln/>
        </p:spPr>
        <p:txBody>
          <a:bodyPr wrap="square" lIns="0" tIns="0" rIns="0" bIns="0" rtlCol="0" anchor="ctr"/>
          <a:lstStyle/>
          <a:p>
            <a:pPr marL="0" indent="0" algn="l">
              <a:buNone/>
            </a:pPr>
            <a:r>
              <a:rPr lang="en-US" altLang="ko-KR" sz="1200" b="1" dirty="0">
                <a:solidFill>
                  <a:srgbClr val="535353"/>
                </a:solidFill>
                <a:latin typeface="나눔스퀘어 네오 OTF Bold" panose="00000800000000000000" pitchFamily="50" charset="-127"/>
                <a:ea typeface="나눔스퀘어 네오 OTF Bold" panose="00000800000000000000" pitchFamily="50" charset="-127"/>
                <a:cs typeface="Noto Sans KR" pitchFamily="34" charset="-120"/>
              </a:rPr>
              <a:t>TOP 40 </a:t>
            </a:r>
            <a:r>
              <a:rPr lang="ko-KR" altLang="en-US" sz="1200" b="1" dirty="0">
                <a:solidFill>
                  <a:srgbClr val="535353"/>
                </a:solidFill>
                <a:latin typeface="나눔스퀘어 네오 OTF Bold" panose="00000800000000000000" pitchFamily="50" charset="-127"/>
                <a:ea typeface="나눔스퀘어 네오 OTF Bold" panose="00000800000000000000" pitchFamily="50" charset="-127"/>
                <a:cs typeface="Noto Sans KR" pitchFamily="34" charset="-120"/>
              </a:rPr>
              <a:t>내 진입 </a:t>
            </a:r>
            <a:r>
              <a:rPr lang="ko-KR" altLang="en-US" sz="1200" b="1" dirty="0">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신규고객사</a:t>
            </a:r>
            <a:endParaRPr lang="en-US" sz="1200" b="1" dirty="0">
              <a:latin typeface="나눔스퀘어 네오 OTF Bold" panose="00000800000000000000" pitchFamily="50" charset="-127"/>
              <a:ea typeface="나눔스퀘어 네오 OTF Bold" panose="00000800000000000000" pitchFamily="50" charset="-127"/>
            </a:endParaRPr>
          </a:p>
        </p:txBody>
      </p:sp>
      <p:sp>
        <p:nvSpPr>
          <p:cNvPr id="58" name="Text 5">
            <a:extLst>
              <a:ext uri="{FF2B5EF4-FFF2-40B4-BE49-F238E27FC236}">
                <a16:creationId xmlns:a16="http://schemas.microsoft.com/office/drawing/2014/main" id="{6C83B86F-3E5D-46D1-17EF-6F49DBFFBE40}"/>
              </a:ext>
            </a:extLst>
          </p:cNvPr>
          <p:cNvSpPr txBox="1"/>
          <p:nvPr/>
        </p:nvSpPr>
        <p:spPr>
          <a:xfrm>
            <a:off x="578893" y="861482"/>
            <a:ext cx="2086649" cy="381305"/>
          </a:xfrm>
          <a:prstGeom prst="rect">
            <a:avLst/>
          </a:prstGeom>
          <a:noFill/>
          <a:ln/>
        </p:spPr>
        <p:txBody>
          <a:bodyPr wrap="square" lIns="0" tIns="0" rIns="0" bIns="0" rtlCol="0" anchor="ctr"/>
          <a:lstStyle/>
          <a:p>
            <a:r>
              <a:rPr lang="en-US" altLang="ko-KR" sz="1200" b="1" dirty="0">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TOP 10  </a:t>
            </a:r>
            <a:r>
              <a:rPr lang="ko-KR" altLang="en-US" sz="1200" b="1" dirty="0">
                <a:solidFill>
                  <a:srgbClr val="535353"/>
                </a:solidFill>
                <a:latin typeface="나눔스퀘어 네오 OTF Bold" panose="00000800000000000000" pitchFamily="50" charset="-127"/>
                <a:ea typeface="나눔스퀘어 네오 OTF Bold" panose="00000800000000000000" pitchFamily="50" charset="-127"/>
                <a:cs typeface="Noto Sans KR" pitchFamily="34" charset="-120"/>
              </a:rPr>
              <a:t>고객사 매출 합계</a:t>
            </a:r>
            <a:endParaRPr lang="en-US" sz="1200" b="1" dirty="0">
              <a:solidFill>
                <a:srgbClr val="C00000"/>
              </a:solidFill>
              <a:latin typeface="나눔스퀘어 네오 OTF Bold" panose="00000800000000000000" pitchFamily="50" charset="-127"/>
              <a:ea typeface="나눔스퀘어 네오 OTF Bold" panose="00000800000000000000" pitchFamily="50" charset="-127"/>
            </a:endParaRPr>
          </a:p>
        </p:txBody>
      </p:sp>
      <p:sp>
        <p:nvSpPr>
          <p:cNvPr id="6" name="Text 3">
            <a:extLst>
              <a:ext uri="{FF2B5EF4-FFF2-40B4-BE49-F238E27FC236}">
                <a16:creationId xmlns:a16="http://schemas.microsoft.com/office/drawing/2014/main" id="{2AB749EF-6442-1FED-8741-1C0D640EAE75}"/>
              </a:ext>
            </a:extLst>
          </p:cNvPr>
          <p:cNvSpPr txBox="1"/>
          <p:nvPr/>
        </p:nvSpPr>
        <p:spPr>
          <a:xfrm>
            <a:off x="10668596" y="877039"/>
            <a:ext cx="1305763" cy="254203"/>
          </a:xfrm>
          <a:prstGeom prst="rect">
            <a:avLst/>
          </a:prstGeom>
          <a:noFill/>
          <a:ln/>
        </p:spPr>
        <p:txBody>
          <a:bodyPr wrap="square" lIns="0" tIns="0" rIns="0" bIns="0" rtlCol="0" anchor="ctr"/>
          <a:lstStyle/>
          <a:p>
            <a:pPr algn="r"/>
            <a:r>
              <a:rPr lang="en-US" sz="900" dirty="0" err="1">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단위</a:t>
            </a:r>
            <a:r>
              <a:rPr lang="en-US" sz="900" dirty="0">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 </a:t>
            </a:r>
            <a:r>
              <a:rPr lang="en-US" sz="900" dirty="0" err="1">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백만</a:t>
            </a:r>
            <a:r>
              <a:rPr lang="en-US" sz="900" dirty="0">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 RMB</a:t>
            </a:r>
            <a:endParaRPr lang="en-US" sz="900" dirty="0">
              <a:latin typeface="나눔스퀘어 네오 Light" panose="00000400000000000000" pitchFamily="2" charset="-127"/>
              <a:ea typeface="나눔스퀘어 네오 Light" panose="00000400000000000000" pitchFamily="2" charset="-127"/>
            </a:endParaRPr>
          </a:p>
        </p:txBody>
      </p:sp>
      <p:sp>
        <p:nvSpPr>
          <p:cNvPr id="8" name="Shape 4">
            <a:extLst>
              <a:ext uri="{FF2B5EF4-FFF2-40B4-BE49-F238E27FC236}">
                <a16:creationId xmlns:a16="http://schemas.microsoft.com/office/drawing/2014/main" id="{5AA6937E-6A25-067F-A828-4FCAA52EEFEC}"/>
              </a:ext>
            </a:extLst>
          </p:cNvPr>
          <p:cNvSpPr/>
          <p:nvPr/>
        </p:nvSpPr>
        <p:spPr>
          <a:xfrm>
            <a:off x="4332610" y="1131243"/>
            <a:ext cx="7657200" cy="5269551"/>
          </a:xfrm>
          <a:prstGeom prst="roundRect">
            <a:avLst>
              <a:gd name="adj" fmla="val 1131"/>
            </a:avLst>
          </a:prstGeom>
          <a:noFill/>
          <a:ln w="12700">
            <a:solidFill>
              <a:srgbClr val="E5E2EA"/>
            </a:solidFill>
            <a:prstDash val="solid"/>
          </a:ln>
          <a:effectLst>
            <a:outerShdw blurRad="63500" dist="38100" dir="16200000" algn="bl" rotWithShape="0">
              <a:srgbClr val="000000">
                <a:alpha val="5000"/>
              </a:srgbClr>
            </a:outerShdw>
          </a:effectLst>
        </p:spPr>
        <p:txBody>
          <a:bodyPr/>
          <a:lstStyle/>
          <a:p>
            <a:endParaRPr lang="ko-KR" altLang="en-US">
              <a:latin typeface="나눔스퀘어 네오 OTF Bold" panose="00000800000000000000" pitchFamily="50" charset="-127"/>
              <a:ea typeface="나눔스퀘어 네오 OTF Bold" panose="00000800000000000000" pitchFamily="50" charset="-127"/>
            </a:endParaRPr>
          </a:p>
        </p:txBody>
      </p:sp>
      <p:sp>
        <p:nvSpPr>
          <p:cNvPr id="23" name="Shape 4">
            <a:extLst>
              <a:ext uri="{FF2B5EF4-FFF2-40B4-BE49-F238E27FC236}">
                <a16:creationId xmlns:a16="http://schemas.microsoft.com/office/drawing/2014/main" id="{5601E7D9-B339-3DCD-745E-58B6128ACC1A}"/>
              </a:ext>
            </a:extLst>
          </p:cNvPr>
          <p:cNvSpPr/>
          <p:nvPr/>
        </p:nvSpPr>
        <p:spPr>
          <a:xfrm>
            <a:off x="396397" y="4651672"/>
            <a:ext cx="3708000" cy="1749122"/>
          </a:xfrm>
          <a:prstGeom prst="roundRect">
            <a:avLst>
              <a:gd name="adj" fmla="val 2880"/>
            </a:avLst>
          </a:prstGeom>
          <a:solidFill>
            <a:schemeClr val="accent3">
              <a:lumMod val="20000"/>
              <a:lumOff val="80000"/>
            </a:schemeClr>
          </a:solidFill>
          <a:ln w="12700">
            <a:solidFill>
              <a:srgbClr val="E5E2EA"/>
            </a:solidFill>
            <a:prstDash val="solid"/>
          </a:ln>
          <a:effectLst>
            <a:outerShdw blurRad="63500" dist="38100" dir="16200000" algn="bl" rotWithShape="0">
              <a:srgbClr val="000000">
                <a:alpha val="5000"/>
              </a:srgbClr>
            </a:outerShdw>
          </a:effectLst>
        </p:spPr>
        <p:txBody>
          <a:bodyPr/>
          <a:lstStyle/>
          <a:p>
            <a:endParaRPr lang="ko-KR" altLang="en-US">
              <a:latin typeface="나눔스퀘어 네오 OTF Bold" panose="00000800000000000000" pitchFamily="50" charset="-127"/>
              <a:ea typeface="나눔스퀘어 네오 OTF Bold" panose="00000800000000000000" pitchFamily="50" charset="-127"/>
            </a:endParaRPr>
          </a:p>
        </p:txBody>
      </p:sp>
      <p:sp>
        <p:nvSpPr>
          <p:cNvPr id="24" name="Text 5">
            <a:extLst>
              <a:ext uri="{FF2B5EF4-FFF2-40B4-BE49-F238E27FC236}">
                <a16:creationId xmlns:a16="http://schemas.microsoft.com/office/drawing/2014/main" id="{207F6CEB-EEE3-0FB3-BB36-D711D6B060BE}"/>
              </a:ext>
            </a:extLst>
          </p:cNvPr>
          <p:cNvSpPr txBox="1"/>
          <p:nvPr/>
        </p:nvSpPr>
        <p:spPr>
          <a:xfrm>
            <a:off x="563899" y="4672370"/>
            <a:ext cx="2773174" cy="381305"/>
          </a:xfrm>
          <a:prstGeom prst="rect">
            <a:avLst/>
          </a:prstGeom>
          <a:noFill/>
          <a:ln/>
        </p:spPr>
        <p:txBody>
          <a:bodyPr wrap="square" lIns="0" tIns="0" rIns="0" bIns="0" rtlCol="0" anchor="ctr"/>
          <a:lstStyle/>
          <a:p>
            <a:pPr marL="0" indent="0" algn="l">
              <a:buNone/>
            </a:pPr>
            <a:r>
              <a:rPr lang="ko-KR" altLang="en-US" sz="1200" b="1" dirty="0">
                <a:solidFill>
                  <a:srgbClr val="535353"/>
                </a:solidFill>
                <a:latin typeface="나눔스퀘어 네오 OTF Bold" panose="00000800000000000000" pitchFamily="50" charset="-127"/>
                <a:ea typeface="나눔스퀘어 네오 OTF Bold" panose="00000800000000000000" pitchFamily="50" charset="-127"/>
              </a:rPr>
              <a:t>사업계획 </a:t>
            </a:r>
            <a:r>
              <a:rPr lang="en-US" altLang="ko-KR" sz="1200" b="1" dirty="0">
                <a:solidFill>
                  <a:srgbClr val="535353"/>
                </a:solidFill>
                <a:latin typeface="나눔스퀘어 네오 OTF Bold" panose="00000800000000000000" pitchFamily="50" charset="-127"/>
                <a:ea typeface="나눔스퀘어 네오 OTF Bold" panose="00000800000000000000" pitchFamily="50" charset="-127"/>
              </a:rPr>
              <a:t>30</a:t>
            </a:r>
            <a:r>
              <a:rPr lang="ko-KR" altLang="en-US" sz="1200" b="1" dirty="0">
                <a:solidFill>
                  <a:srgbClr val="535353"/>
                </a:solidFill>
                <a:latin typeface="나눔스퀘어 네오 OTF Bold" panose="00000800000000000000" pitchFamily="50" charset="-127"/>
                <a:ea typeface="나눔스퀘어 네오 OTF Bold" panose="00000800000000000000" pitchFamily="50" charset="-127"/>
              </a:rPr>
              <a:t>대 고객사</a:t>
            </a:r>
            <a:endParaRPr lang="en-US" sz="1200" b="1" dirty="0">
              <a:solidFill>
                <a:srgbClr val="535353"/>
              </a:solidFill>
              <a:latin typeface="나눔스퀘어 네오 OTF Bold" panose="00000800000000000000" pitchFamily="50" charset="-127"/>
              <a:ea typeface="나눔스퀘어 네오 OTF Bold" panose="00000800000000000000" pitchFamily="50" charset="-127"/>
            </a:endParaRPr>
          </a:p>
        </p:txBody>
      </p:sp>
      <p:sp>
        <p:nvSpPr>
          <p:cNvPr id="26" name="Text 7">
            <a:extLst>
              <a:ext uri="{FF2B5EF4-FFF2-40B4-BE49-F238E27FC236}">
                <a16:creationId xmlns:a16="http://schemas.microsoft.com/office/drawing/2014/main" id="{B9291FA5-E69C-7A51-BA02-D8FDCE6FC448}"/>
              </a:ext>
            </a:extLst>
          </p:cNvPr>
          <p:cNvSpPr txBox="1"/>
          <p:nvPr/>
        </p:nvSpPr>
        <p:spPr>
          <a:xfrm>
            <a:off x="2963753" y="4917878"/>
            <a:ext cx="456389" cy="342900"/>
          </a:xfrm>
          <a:prstGeom prst="rect">
            <a:avLst/>
          </a:prstGeom>
          <a:noFill/>
          <a:ln/>
        </p:spPr>
        <p:txBody>
          <a:bodyPr wrap="square" lIns="0" tIns="0" rIns="0" bIns="0" rtlCol="0" anchor="ctr"/>
          <a:lstStyle/>
          <a:p>
            <a:pPr marL="0" indent="0" algn="ctr">
              <a:buNone/>
            </a:pPr>
            <a:r>
              <a:rPr lang="en-US" sz="2000" dirty="0">
                <a:solidFill>
                  <a:srgbClr val="385723"/>
                </a:solidFill>
                <a:latin typeface="나눔스퀘어 네오 OTF Bold" panose="00000800000000000000" pitchFamily="50" charset="-127"/>
                <a:ea typeface="나눔스퀘어 네오 OTF Bold" panose="00000800000000000000" pitchFamily="50" charset="-127"/>
                <a:cs typeface="Noto Sans KR" pitchFamily="34" charset="-120"/>
              </a:rPr>
              <a:t>(+)</a:t>
            </a:r>
            <a:endParaRPr lang="en-US" sz="2000" dirty="0">
              <a:latin typeface="나눔스퀘어 네오 OTF Bold" panose="00000800000000000000" pitchFamily="50" charset="-127"/>
              <a:ea typeface="나눔스퀘어 네오 OTF Bold" panose="00000800000000000000" pitchFamily="50" charset="-127"/>
            </a:endParaRPr>
          </a:p>
        </p:txBody>
      </p:sp>
      <p:sp>
        <p:nvSpPr>
          <p:cNvPr id="27" name="Text 5">
            <a:extLst>
              <a:ext uri="{FF2B5EF4-FFF2-40B4-BE49-F238E27FC236}">
                <a16:creationId xmlns:a16="http://schemas.microsoft.com/office/drawing/2014/main" id="{BFD28A81-62A8-B95B-8AE1-3A4E2A4E92B0}"/>
              </a:ext>
            </a:extLst>
          </p:cNvPr>
          <p:cNvSpPr txBox="1"/>
          <p:nvPr/>
        </p:nvSpPr>
        <p:spPr>
          <a:xfrm>
            <a:off x="434531" y="4931915"/>
            <a:ext cx="487068" cy="381305"/>
          </a:xfrm>
          <a:prstGeom prst="rect">
            <a:avLst/>
          </a:prstGeom>
          <a:noFill/>
          <a:ln/>
        </p:spPr>
        <p:txBody>
          <a:bodyPr wrap="square" lIns="0" tIns="0" rIns="0" bIns="0" rtlCol="0" anchor="ctr"/>
          <a:lstStyle/>
          <a:p>
            <a:pPr marL="0" indent="0" algn="ctr">
              <a:buNone/>
            </a:pPr>
            <a:r>
              <a:rPr lang="en-US" altLang="ko-KR" sz="2000" b="1" dirty="0">
                <a:solidFill>
                  <a:srgbClr val="C00000"/>
                </a:solidFill>
                <a:latin typeface="나눔스퀘어 네오 OTF Bold" panose="00000800000000000000" pitchFamily="50" charset="-127"/>
                <a:ea typeface="나눔스퀘어 네오 OTF Bold" panose="00000800000000000000" pitchFamily="50" charset="-127"/>
                <a:cs typeface="Noto Sans KR" pitchFamily="34" charset="-120"/>
              </a:rPr>
              <a:t>(-)</a:t>
            </a:r>
            <a:endParaRPr lang="en-US" sz="2000" b="1" dirty="0">
              <a:latin typeface="나눔스퀘어 네오 OTF Bold" panose="00000800000000000000" pitchFamily="50" charset="-127"/>
              <a:ea typeface="나눔스퀘어 네오 OTF Bold" panose="00000800000000000000" pitchFamily="50" charset="-127"/>
            </a:endParaRPr>
          </a:p>
        </p:txBody>
      </p:sp>
      <p:cxnSp>
        <p:nvCxnSpPr>
          <p:cNvPr id="31" name="직선 연결선 30">
            <a:extLst>
              <a:ext uri="{FF2B5EF4-FFF2-40B4-BE49-F238E27FC236}">
                <a16:creationId xmlns:a16="http://schemas.microsoft.com/office/drawing/2014/main" id="{8084AA3B-D2D3-62C9-90D9-53B15DC5FE1B}"/>
              </a:ext>
            </a:extLst>
          </p:cNvPr>
          <p:cNvCxnSpPr>
            <a:cxnSpLocks/>
          </p:cNvCxnSpPr>
          <p:nvPr/>
        </p:nvCxnSpPr>
        <p:spPr>
          <a:xfrm>
            <a:off x="2909721" y="4964200"/>
            <a:ext cx="0" cy="134711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9C3D72A-31A1-76AB-FD3D-8E8F022B8984}"/>
              </a:ext>
            </a:extLst>
          </p:cNvPr>
          <p:cNvSpPr txBox="1"/>
          <p:nvPr/>
        </p:nvSpPr>
        <p:spPr>
          <a:xfrm>
            <a:off x="468733" y="5262651"/>
            <a:ext cx="1499483" cy="1101199"/>
          </a:xfrm>
          <a:prstGeom prst="rect">
            <a:avLst/>
          </a:prstGeom>
          <a:noFill/>
        </p:spPr>
        <p:txBody>
          <a:bodyPr wrap="square" rtlCol="0">
            <a:spAutoFit/>
          </a:bodyPr>
          <a:lstStyle/>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YMG-</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신제품</a:t>
            </a: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2</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분기</a:t>
            </a: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 </a:t>
            </a:r>
          </a:p>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DDY-44</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위</a:t>
            </a:r>
            <a:endPar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endParaRPr>
          </a:p>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XHN-</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신제품</a:t>
            </a: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5</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월</a:t>
            </a:r>
            <a:endPar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endParaRPr>
          </a:p>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YWH-109</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위</a:t>
            </a:r>
            <a:endPar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endParaRPr>
          </a:p>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ZDA-33</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위</a:t>
            </a:r>
            <a:endPar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endParaRPr>
          </a:p>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GPL-</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신제품</a:t>
            </a: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7</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월</a:t>
            </a:r>
          </a:p>
        </p:txBody>
      </p:sp>
      <p:sp>
        <p:nvSpPr>
          <p:cNvPr id="36" name="TextBox 35">
            <a:extLst>
              <a:ext uri="{FF2B5EF4-FFF2-40B4-BE49-F238E27FC236}">
                <a16:creationId xmlns:a16="http://schemas.microsoft.com/office/drawing/2014/main" id="{F32CF06E-3631-807D-47BA-D8943023658C}"/>
              </a:ext>
            </a:extLst>
          </p:cNvPr>
          <p:cNvSpPr txBox="1"/>
          <p:nvPr/>
        </p:nvSpPr>
        <p:spPr>
          <a:xfrm>
            <a:off x="2963753" y="5271738"/>
            <a:ext cx="1283853" cy="593368"/>
          </a:xfrm>
          <a:prstGeom prst="rect">
            <a:avLst/>
          </a:prstGeom>
          <a:noFill/>
        </p:spPr>
        <p:txBody>
          <a:bodyPr wrap="square" rtlCol="0">
            <a:spAutoFit/>
          </a:bodyPr>
          <a:lstStyle/>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YJJ-5</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위</a:t>
            </a: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 Za</a:t>
            </a:r>
          </a:p>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ZLS-18</a:t>
            </a:r>
            <a:r>
              <a:rPr lang="ko-KR" altLang="en-US" sz="100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위</a:t>
            </a:r>
            <a:endPar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endParaRPr>
          </a:p>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QIN-20</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위</a:t>
            </a:r>
          </a:p>
        </p:txBody>
      </p:sp>
      <p:sp>
        <p:nvSpPr>
          <p:cNvPr id="11" name="TextBox 10">
            <a:extLst>
              <a:ext uri="{FF2B5EF4-FFF2-40B4-BE49-F238E27FC236}">
                <a16:creationId xmlns:a16="http://schemas.microsoft.com/office/drawing/2014/main" id="{67054D85-EDBC-C14B-B487-AEC3C4EA8032}"/>
              </a:ext>
            </a:extLst>
          </p:cNvPr>
          <p:cNvSpPr txBox="1"/>
          <p:nvPr/>
        </p:nvSpPr>
        <p:spPr>
          <a:xfrm>
            <a:off x="1612155" y="5260628"/>
            <a:ext cx="1499483" cy="1101199"/>
          </a:xfrm>
          <a:prstGeom prst="rect">
            <a:avLst/>
          </a:prstGeom>
          <a:noFill/>
        </p:spPr>
        <p:txBody>
          <a:bodyPr wrap="square" rtlCol="0">
            <a:spAutoFit/>
          </a:bodyPr>
          <a:lstStyle/>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XUK-</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기존제품재발주</a:t>
            </a:r>
            <a:endPar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endParaRPr>
          </a:p>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   </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없음</a:t>
            </a: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 </a:t>
            </a:r>
            <a:r>
              <a:rPr lang="ko-KR" altLang="en-US" sz="1000" dirty="0" err="1">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신제품진행중</a:t>
            </a:r>
            <a:endPar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endParaRPr>
          </a:p>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ZLO– </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신제품 </a:t>
            </a: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4</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월 </a:t>
            </a:r>
            <a:endPar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endParaRPr>
          </a:p>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KVK – 115</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위</a:t>
            </a:r>
            <a:endPar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endParaRPr>
          </a:p>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GSR-</a:t>
            </a:r>
            <a:r>
              <a:rPr lang="ko-KR" altLang="en-US" sz="8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세금문제</a:t>
            </a:r>
            <a:r>
              <a:rPr lang="en-US" altLang="ko-KR" sz="8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a:t>
            </a:r>
            <a:r>
              <a:rPr lang="ko-KR" altLang="en-US" sz="8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협력중단</a:t>
            </a:r>
            <a:r>
              <a:rPr lang="en-US" altLang="ko-KR" sz="8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 </a:t>
            </a:r>
          </a:p>
          <a:p>
            <a:pPr>
              <a:lnSpc>
                <a:spcPct val="110000"/>
              </a:lnSpc>
            </a:pPr>
            <a:r>
              <a:rPr lang="en-US" altLang="ko-KR"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FIR – 61</a:t>
            </a:r>
            <a:r>
              <a:rPr lang="ko-KR" altLang="en-US" sz="1000" dirty="0">
                <a:solidFill>
                  <a:schemeClr val="tx1">
                    <a:lumMod val="50000"/>
                    <a:lumOff val="50000"/>
                  </a:schemeClr>
                </a:solidFill>
                <a:latin typeface="나눔스퀘어 네오 OTF Bold" panose="00000800000000000000" pitchFamily="50" charset="-127"/>
                <a:ea typeface="나눔스퀘어 네오 OTF Bold" panose="00000800000000000000" pitchFamily="50" charset="-127"/>
              </a:rPr>
              <a:t>위</a:t>
            </a:r>
          </a:p>
        </p:txBody>
      </p:sp>
      <p:graphicFrame>
        <p:nvGraphicFramePr>
          <p:cNvPr id="12" name="개체 11">
            <a:extLst>
              <a:ext uri="{FF2B5EF4-FFF2-40B4-BE49-F238E27FC236}">
                <a16:creationId xmlns:a16="http://schemas.microsoft.com/office/drawing/2014/main" id="{CB67DED4-19B4-FF19-9D31-87A9374CFDB6}"/>
              </a:ext>
            </a:extLst>
          </p:cNvPr>
          <p:cNvGraphicFramePr>
            <a:graphicFrameLocks noChangeAspect="1"/>
          </p:cNvGraphicFramePr>
          <p:nvPr>
            <p:extLst>
              <p:ext uri="{D42A27DB-BD31-4B8C-83A1-F6EECF244321}">
                <p14:modId xmlns:p14="http://schemas.microsoft.com/office/powerpoint/2010/main" val="2185549968"/>
              </p:ext>
            </p:extLst>
          </p:nvPr>
        </p:nvGraphicFramePr>
        <p:xfrm>
          <a:off x="4368070" y="1174020"/>
          <a:ext cx="7612063" cy="5187808"/>
        </p:xfrm>
        <a:graphic>
          <a:graphicData uri="http://schemas.openxmlformats.org/presentationml/2006/ole">
            <mc:AlternateContent xmlns:mc="http://schemas.openxmlformats.org/markup-compatibility/2006">
              <mc:Choice xmlns:v="urn:schemas-microsoft-com:vml" Requires="v">
                <p:oleObj name="Worksheet" r:id="rId3" imgW="10477590" imgH="7458075" progId="Excel.Sheet.12">
                  <p:embed/>
                </p:oleObj>
              </mc:Choice>
              <mc:Fallback>
                <p:oleObj name="Worksheet" r:id="rId3" imgW="10477590" imgH="7458075" progId="Excel.Sheet.12">
                  <p:embed/>
                  <p:pic>
                    <p:nvPicPr>
                      <p:cNvPr id="12" name="개체 11">
                        <a:extLst>
                          <a:ext uri="{FF2B5EF4-FFF2-40B4-BE49-F238E27FC236}">
                            <a16:creationId xmlns:a16="http://schemas.microsoft.com/office/drawing/2014/main" id="{CB67DED4-19B4-FF19-9D31-87A9374CFDB6}"/>
                          </a:ext>
                        </a:extLst>
                      </p:cNvPr>
                      <p:cNvPicPr/>
                      <p:nvPr/>
                    </p:nvPicPr>
                    <p:blipFill>
                      <a:blip r:embed="rId4"/>
                      <a:stretch>
                        <a:fillRect/>
                      </a:stretch>
                    </p:blipFill>
                    <p:spPr>
                      <a:xfrm>
                        <a:off x="4368070" y="1174020"/>
                        <a:ext cx="7612063" cy="5187808"/>
                      </a:xfrm>
                      <a:prstGeom prst="rect">
                        <a:avLst/>
                      </a:prstGeom>
                    </p:spPr>
                  </p:pic>
                </p:oleObj>
              </mc:Fallback>
            </mc:AlternateContent>
          </a:graphicData>
        </a:graphic>
      </p:graphicFrame>
    </p:spTree>
    <p:extLst>
      <p:ext uri="{BB962C8B-B14F-4D97-AF65-F5344CB8AC3E}">
        <p14:creationId xmlns:p14="http://schemas.microsoft.com/office/powerpoint/2010/main" val="814117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836BC-DB0F-9BDA-E815-A2F21DDF1F22}"/>
            </a:ext>
          </a:extLst>
        </p:cNvPr>
        <p:cNvGrpSpPr/>
        <p:nvPr/>
      </p:nvGrpSpPr>
      <p:grpSpPr>
        <a:xfrm>
          <a:off x="0" y="0"/>
          <a:ext cx="0" cy="0"/>
          <a:chOff x="0" y="0"/>
          <a:chExt cx="0" cy="0"/>
        </a:xfrm>
      </p:grpSpPr>
      <p:sp>
        <p:nvSpPr>
          <p:cNvPr id="99" name="사각형: 위쪽 모서리의 한쪽은 둥글고 다른 한쪽은 잘림 98">
            <a:extLst>
              <a:ext uri="{FF2B5EF4-FFF2-40B4-BE49-F238E27FC236}">
                <a16:creationId xmlns:a16="http://schemas.microsoft.com/office/drawing/2014/main" id="{58F6199A-3886-F1B3-FC80-47F5E545F0B2}"/>
              </a:ext>
            </a:extLst>
          </p:cNvPr>
          <p:cNvSpPr/>
          <p:nvPr/>
        </p:nvSpPr>
        <p:spPr>
          <a:xfrm>
            <a:off x="708222" y="3763588"/>
            <a:ext cx="3106280" cy="721804"/>
          </a:xfrm>
          <a:prstGeom prst="snipRoundRect">
            <a:avLst>
              <a:gd name="adj1" fmla="val 16667"/>
              <a:gd name="adj2" fmla="val 50000"/>
            </a:avLst>
          </a:prstGeom>
          <a:solidFill>
            <a:srgbClr val="5555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Shape 7">
            <a:extLst>
              <a:ext uri="{FF2B5EF4-FFF2-40B4-BE49-F238E27FC236}">
                <a16:creationId xmlns:a16="http://schemas.microsoft.com/office/drawing/2014/main" id="{D6E89CAD-A763-B292-8EFF-88800E1F806D}"/>
              </a:ext>
            </a:extLst>
          </p:cNvPr>
          <p:cNvSpPr/>
          <p:nvPr/>
        </p:nvSpPr>
        <p:spPr>
          <a:xfrm>
            <a:off x="715576" y="4127541"/>
            <a:ext cx="5227718" cy="2192748"/>
          </a:xfrm>
          <a:prstGeom prst="roundRect">
            <a:avLst>
              <a:gd name="adj" fmla="val 606"/>
            </a:avLst>
          </a:prstGeom>
          <a:solidFill>
            <a:schemeClr val="bg2"/>
          </a:solidFill>
          <a:ln w="12700">
            <a:solidFill>
              <a:schemeClr val="bg2">
                <a:lumMod val="90000"/>
              </a:schemeClr>
            </a:solidFill>
            <a:prstDash val="solid"/>
          </a:ln>
        </p:spPr>
        <p:txBody>
          <a:bodyPr/>
          <a:lstStyle/>
          <a:p>
            <a:endParaRPr lang="ko-KR" altLang="en-US" sz="1200">
              <a:latin typeface="+mn-ea"/>
            </a:endParaRPr>
          </a:p>
        </p:txBody>
      </p:sp>
      <p:sp>
        <p:nvSpPr>
          <p:cNvPr id="123" name="사각형: 둥근 위쪽 모서리 122">
            <a:extLst>
              <a:ext uri="{FF2B5EF4-FFF2-40B4-BE49-F238E27FC236}">
                <a16:creationId xmlns:a16="http://schemas.microsoft.com/office/drawing/2014/main" id="{BE48D573-FCA8-EE02-B991-8B7A3A6A75A2}"/>
              </a:ext>
            </a:extLst>
          </p:cNvPr>
          <p:cNvSpPr/>
          <p:nvPr/>
        </p:nvSpPr>
        <p:spPr>
          <a:xfrm>
            <a:off x="8257656" y="3764898"/>
            <a:ext cx="3240341" cy="447169"/>
          </a:xfrm>
          <a:prstGeom prst="round2SameRect">
            <a:avLst>
              <a:gd name="adj1" fmla="val 22991"/>
              <a:gd name="adj2" fmla="val 0"/>
            </a:avLst>
          </a:prstGeom>
          <a:solidFill>
            <a:srgbClr val="D1D6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4" name="Shape 7">
            <a:extLst>
              <a:ext uri="{FF2B5EF4-FFF2-40B4-BE49-F238E27FC236}">
                <a16:creationId xmlns:a16="http://schemas.microsoft.com/office/drawing/2014/main" id="{78EE1F16-5298-8C34-083B-F0841BC821B3}"/>
              </a:ext>
            </a:extLst>
          </p:cNvPr>
          <p:cNvSpPr/>
          <p:nvPr/>
        </p:nvSpPr>
        <p:spPr>
          <a:xfrm>
            <a:off x="6261043" y="4121004"/>
            <a:ext cx="5227718" cy="2199285"/>
          </a:xfrm>
          <a:prstGeom prst="roundRect">
            <a:avLst>
              <a:gd name="adj" fmla="val 606"/>
            </a:avLst>
          </a:prstGeom>
          <a:solidFill>
            <a:schemeClr val="bg2"/>
          </a:solidFill>
          <a:ln w="12700">
            <a:solidFill>
              <a:schemeClr val="bg2">
                <a:lumMod val="90000"/>
              </a:schemeClr>
            </a:solidFill>
            <a:prstDash val="solid"/>
          </a:ln>
        </p:spPr>
        <p:txBody>
          <a:bodyPr/>
          <a:lstStyle/>
          <a:p>
            <a:endParaRPr lang="ko-KR" altLang="en-US" sz="1200">
              <a:latin typeface="+mn-ea"/>
            </a:endParaRPr>
          </a:p>
        </p:txBody>
      </p:sp>
      <p:sp>
        <p:nvSpPr>
          <p:cNvPr id="130" name="Shape 8">
            <a:extLst>
              <a:ext uri="{FF2B5EF4-FFF2-40B4-BE49-F238E27FC236}">
                <a16:creationId xmlns:a16="http://schemas.microsoft.com/office/drawing/2014/main" id="{45D46545-317A-83AB-2E1F-790EF2FF73C9}"/>
              </a:ext>
            </a:extLst>
          </p:cNvPr>
          <p:cNvSpPr/>
          <p:nvPr/>
        </p:nvSpPr>
        <p:spPr>
          <a:xfrm>
            <a:off x="7340548" y="5333699"/>
            <a:ext cx="3960000" cy="6096"/>
          </a:xfrm>
          <a:prstGeom prst="rect">
            <a:avLst/>
          </a:prstGeom>
          <a:solidFill>
            <a:schemeClr val="bg2">
              <a:lumMod val="90000"/>
            </a:schemeClr>
          </a:solidFill>
          <a:ln w="12700">
            <a:solidFill>
              <a:schemeClr val="bg2">
                <a:lumMod val="90000"/>
              </a:schemeClr>
            </a:solidFill>
            <a:prstDash val="solid"/>
          </a:ln>
        </p:spPr>
        <p:txBody>
          <a:bodyPr/>
          <a:lstStyle/>
          <a:p>
            <a:endParaRPr lang="ko-KR" altLang="en-US" sz="1200">
              <a:latin typeface="+mn-ea"/>
            </a:endParaRPr>
          </a:p>
        </p:txBody>
      </p:sp>
      <p:sp>
        <p:nvSpPr>
          <p:cNvPr id="125" name="Shape 11">
            <a:extLst>
              <a:ext uri="{FF2B5EF4-FFF2-40B4-BE49-F238E27FC236}">
                <a16:creationId xmlns:a16="http://schemas.microsoft.com/office/drawing/2014/main" id="{09E48E83-66AD-CE32-9364-C983CD899110}"/>
              </a:ext>
            </a:extLst>
          </p:cNvPr>
          <p:cNvSpPr/>
          <p:nvPr/>
        </p:nvSpPr>
        <p:spPr>
          <a:xfrm>
            <a:off x="6474191" y="4285895"/>
            <a:ext cx="2631592" cy="879983"/>
          </a:xfrm>
          <a:prstGeom prst="roundRect">
            <a:avLst>
              <a:gd name="adj" fmla="val 8166"/>
            </a:avLst>
          </a:prstGeom>
          <a:solidFill>
            <a:srgbClr val="FFFFFF"/>
          </a:solidFill>
          <a:ln w="12700">
            <a:solidFill>
              <a:schemeClr val="bg1">
                <a:lumMod val="95000"/>
              </a:schemeClr>
            </a:solidFill>
            <a:prstDash val="solid"/>
          </a:ln>
        </p:spPr>
        <p:txBody>
          <a:bodyPr/>
          <a:lstStyle/>
          <a:p>
            <a:endParaRPr lang="ko-KR" altLang="en-US" sz="1200">
              <a:latin typeface="+mn-ea"/>
            </a:endParaRPr>
          </a:p>
        </p:txBody>
      </p:sp>
      <p:sp>
        <p:nvSpPr>
          <p:cNvPr id="143" name="평행 사변형 142">
            <a:extLst>
              <a:ext uri="{FF2B5EF4-FFF2-40B4-BE49-F238E27FC236}">
                <a16:creationId xmlns:a16="http://schemas.microsoft.com/office/drawing/2014/main" id="{CDB3A0AB-7A34-3A44-597C-ADA3DD10510B}"/>
              </a:ext>
            </a:extLst>
          </p:cNvPr>
          <p:cNvSpPr/>
          <p:nvPr/>
        </p:nvSpPr>
        <p:spPr>
          <a:xfrm rot="10800000">
            <a:off x="7627200" y="3753395"/>
            <a:ext cx="1002826" cy="357323"/>
          </a:xfrm>
          <a:prstGeom prst="parallelogram">
            <a:avLst>
              <a:gd name="adj" fmla="val 10414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1" name="Shape 11">
            <a:extLst>
              <a:ext uri="{FF2B5EF4-FFF2-40B4-BE49-F238E27FC236}">
                <a16:creationId xmlns:a16="http://schemas.microsoft.com/office/drawing/2014/main" id="{32A73CF7-0971-9993-F621-4D3FF741167E}"/>
              </a:ext>
            </a:extLst>
          </p:cNvPr>
          <p:cNvSpPr/>
          <p:nvPr/>
        </p:nvSpPr>
        <p:spPr>
          <a:xfrm>
            <a:off x="2657231" y="4265098"/>
            <a:ext cx="3106280" cy="894560"/>
          </a:xfrm>
          <a:prstGeom prst="roundRect">
            <a:avLst>
              <a:gd name="adj" fmla="val 8166"/>
            </a:avLst>
          </a:prstGeom>
          <a:solidFill>
            <a:srgbClr val="FFFFFF"/>
          </a:solidFill>
          <a:ln w="12700">
            <a:solidFill>
              <a:schemeClr val="bg1">
                <a:lumMod val="95000"/>
              </a:schemeClr>
            </a:solidFill>
            <a:prstDash val="solid"/>
          </a:ln>
        </p:spPr>
        <p:txBody>
          <a:bodyPr/>
          <a:lstStyle/>
          <a:p>
            <a:endParaRPr lang="ko-KR" altLang="en-US" sz="1200">
              <a:latin typeface="+mn-ea"/>
            </a:endParaRPr>
          </a:p>
        </p:txBody>
      </p:sp>
      <p:sp>
        <p:nvSpPr>
          <p:cNvPr id="94" name="사각형: 둥근 위쪽 모서리 93">
            <a:extLst>
              <a:ext uri="{FF2B5EF4-FFF2-40B4-BE49-F238E27FC236}">
                <a16:creationId xmlns:a16="http://schemas.microsoft.com/office/drawing/2014/main" id="{890F77AD-CCAD-4888-CB1B-8A864EE8607D}"/>
              </a:ext>
            </a:extLst>
          </p:cNvPr>
          <p:cNvSpPr/>
          <p:nvPr/>
        </p:nvSpPr>
        <p:spPr>
          <a:xfrm>
            <a:off x="8230570" y="1092547"/>
            <a:ext cx="3240341" cy="447169"/>
          </a:xfrm>
          <a:prstGeom prst="round2SameRect">
            <a:avLst>
              <a:gd name="adj1" fmla="val 22991"/>
              <a:gd name="adj2" fmla="val 0"/>
            </a:avLst>
          </a:prstGeom>
          <a:solidFill>
            <a:srgbClr val="BE02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Shape 7">
            <a:extLst>
              <a:ext uri="{FF2B5EF4-FFF2-40B4-BE49-F238E27FC236}">
                <a16:creationId xmlns:a16="http://schemas.microsoft.com/office/drawing/2014/main" id="{CE48AFCC-DEF2-5CA0-FF64-8D5E5CFB9FFF}"/>
              </a:ext>
            </a:extLst>
          </p:cNvPr>
          <p:cNvSpPr/>
          <p:nvPr/>
        </p:nvSpPr>
        <p:spPr>
          <a:xfrm>
            <a:off x="6234553" y="1439111"/>
            <a:ext cx="5227718" cy="2199285"/>
          </a:xfrm>
          <a:prstGeom prst="roundRect">
            <a:avLst>
              <a:gd name="adj" fmla="val 606"/>
            </a:avLst>
          </a:prstGeom>
          <a:solidFill>
            <a:schemeClr val="bg2"/>
          </a:solidFill>
          <a:ln w="12700">
            <a:solidFill>
              <a:schemeClr val="bg2">
                <a:lumMod val="90000"/>
              </a:schemeClr>
            </a:solidFill>
            <a:prstDash val="solid"/>
          </a:ln>
        </p:spPr>
        <p:txBody>
          <a:bodyPr/>
          <a:lstStyle/>
          <a:p>
            <a:endParaRPr lang="ko-KR" altLang="en-US" sz="1200" dirty="0">
              <a:latin typeface="+mn-ea"/>
            </a:endParaRPr>
          </a:p>
        </p:txBody>
      </p:sp>
      <p:sp>
        <p:nvSpPr>
          <p:cNvPr id="36" name="Shape 11">
            <a:extLst>
              <a:ext uri="{FF2B5EF4-FFF2-40B4-BE49-F238E27FC236}">
                <a16:creationId xmlns:a16="http://schemas.microsoft.com/office/drawing/2014/main" id="{1CE655D2-60A9-1B68-BFFE-51B5CF047649}"/>
              </a:ext>
            </a:extLst>
          </p:cNvPr>
          <p:cNvSpPr/>
          <p:nvPr/>
        </p:nvSpPr>
        <p:spPr>
          <a:xfrm>
            <a:off x="6474190" y="1558128"/>
            <a:ext cx="1634687" cy="879983"/>
          </a:xfrm>
          <a:prstGeom prst="roundRect">
            <a:avLst>
              <a:gd name="adj" fmla="val 8166"/>
            </a:avLst>
          </a:prstGeom>
          <a:solidFill>
            <a:srgbClr val="FFFFFF"/>
          </a:solidFill>
          <a:ln w="12700">
            <a:solidFill>
              <a:schemeClr val="bg1">
                <a:lumMod val="95000"/>
              </a:schemeClr>
            </a:solidFill>
            <a:prstDash val="solid"/>
          </a:ln>
        </p:spPr>
        <p:txBody>
          <a:bodyPr/>
          <a:lstStyle/>
          <a:p>
            <a:endParaRPr lang="ko-KR" altLang="en-US" sz="1200">
              <a:latin typeface="+mn-ea"/>
            </a:endParaRPr>
          </a:p>
        </p:txBody>
      </p:sp>
      <p:sp>
        <p:nvSpPr>
          <p:cNvPr id="23" name="사각형: 위쪽 모서리의 한쪽은 둥글고 다른 한쪽은 잘림 22">
            <a:extLst>
              <a:ext uri="{FF2B5EF4-FFF2-40B4-BE49-F238E27FC236}">
                <a16:creationId xmlns:a16="http://schemas.microsoft.com/office/drawing/2014/main" id="{F236AD79-EF34-2000-5863-9D03FB68069E}"/>
              </a:ext>
            </a:extLst>
          </p:cNvPr>
          <p:cNvSpPr/>
          <p:nvPr/>
        </p:nvSpPr>
        <p:spPr>
          <a:xfrm>
            <a:off x="729729" y="1091330"/>
            <a:ext cx="3106280" cy="721804"/>
          </a:xfrm>
          <a:prstGeom prst="snipRoundRect">
            <a:avLst>
              <a:gd name="adj1" fmla="val 16667"/>
              <a:gd name="adj2" fmla="val 50000"/>
            </a:avLst>
          </a:prstGeom>
          <a:solidFill>
            <a:srgbClr val="2238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Shape 7">
            <a:extLst>
              <a:ext uri="{FF2B5EF4-FFF2-40B4-BE49-F238E27FC236}">
                <a16:creationId xmlns:a16="http://schemas.microsoft.com/office/drawing/2014/main" id="{1D744BD5-133E-F6B9-3CB4-4E559E0C2480}"/>
              </a:ext>
            </a:extLst>
          </p:cNvPr>
          <p:cNvSpPr/>
          <p:nvPr/>
        </p:nvSpPr>
        <p:spPr>
          <a:xfrm>
            <a:off x="729729" y="1448918"/>
            <a:ext cx="5227718" cy="2199285"/>
          </a:xfrm>
          <a:prstGeom prst="roundRect">
            <a:avLst>
              <a:gd name="adj" fmla="val 606"/>
            </a:avLst>
          </a:prstGeom>
          <a:solidFill>
            <a:schemeClr val="bg2"/>
          </a:solidFill>
          <a:ln w="12700">
            <a:solidFill>
              <a:schemeClr val="bg2">
                <a:lumMod val="90000"/>
              </a:schemeClr>
            </a:solidFill>
            <a:prstDash val="solid"/>
          </a:ln>
        </p:spPr>
        <p:txBody>
          <a:bodyPr/>
          <a:lstStyle/>
          <a:p>
            <a:endParaRPr lang="ko-KR" altLang="en-US" sz="1200">
              <a:latin typeface="+mn-ea"/>
            </a:endParaRPr>
          </a:p>
        </p:txBody>
      </p:sp>
      <p:sp>
        <p:nvSpPr>
          <p:cNvPr id="76" name="Shape 11">
            <a:extLst>
              <a:ext uri="{FF2B5EF4-FFF2-40B4-BE49-F238E27FC236}">
                <a16:creationId xmlns:a16="http://schemas.microsoft.com/office/drawing/2014/main" id="{8B603752-C0C5-3A11-D6C4-A0A860A0D5A3}"/>
              </a:ext>
            </a:extLst>
          </p:cNvPr>
          <p:cNvSpPr/>
          <p:nvPr/>
        </p:nvSpPr>
        <p:spPr>
          <a:xfrm>
            <a:off x="2678738" y="1592840"/>
            <a:ext cx="3106280" cy="894560"/>
          </a:xfrm>
          <a:prstGeom prst="roundRect">
            <a:avLst>
              <a:gd name="adj" fmla="val 8166"/>
            </a:avLst>
          </a:prstGeom>
          <a:solidFill>
            <a:srgbClr val="FFFFFF"/>
          </a:solidFill>
          <a:ln w="12700">
            <a:solidFill>
              <a:schemeClr val="bg1">
                <a:lumMod val="95000"/>
              </a:schemeClr>
            </a:solidFill>
            <a:prstDash val="solid"/>
          </a:ln>
        </p:spPr>
        <p:txBody>
          <a:bodyPr/>
          <a:lstStyle/>
          <a:p>
            <a:endParaRPr lang="ko-KR" altLang="en-US" sz="1200">
              <a:latin typeface="+mn-ea"/>
            </a:endParaRPr>
          </a:p>
        </p:txBody>
      </p:sp>
      <p:sp>
        <p:nvSpPr>
          <p:cNvPr id="7" name="타원 6">
            <a:extLst>
              <a:ext uri="{FF2B5EF4-FFF2-40B4-BE49-F238E27FC236}">
                <a16:creationId xmlns:a16="http://schemas.microsoft.com/office/drawing/2014/main" id="{3477701C-538A-11D4-67E9-CD4495F42088}"/>
              </a:ext>
            </a:extLst>
          </p:cNvPr>
          <p:cNvSpPr/>
          <p:nvPr/>
        </p:nvSpPr>
        <p:spPr>
          <a:xfrm>
            <a:off x="4612920" y="2418073"/>
            <a:ext cx="2968468" cy="2968468"/>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Shape 31">
            <a:extLst>
              <a:ext uri="{FF2B5EF4-FFF2-40B4-BE49-F238E27FC236}">
                <a16:creationId xmlns:a16="http://schemas.microsoft.com/office/drawing/2014/main" id="{7BFC34CF-AB3F-182E-6A57-8D4A8BF03A26}"/>
              </a:ext>
            </a:extLst>
          </p:cNvPr>
          <p:cNvSpPr/>
          <p:nvPr/>
        </p:nvSpPr>
        <p:spPr>
          <a:xfrm>
            <a:off x="2678739" y="1133430"/>
            <a:ext cx="825216" cy="263144"/>
          </a:xfrm>
          <a:prstGeom prst="roundRect">
            <a:avLst>
              <a:gd name="adj" fmla="val 41542"/>
            </a:avLst>
          </a:prstGeom>
          <a:solidFill>
            <a:schemeClr val="tx2">
              <a:lumMod val="20000"/>
              <a:lumOff val="80000"/>
            </a:schemeClr>
          </a:solidFill>
          <a:ln w="12700">
            <a:noFill/>
            <a:prstDash val="solid"/>
          </a:ln>
        </p:spPr>
        <p:txBody>
          <a:bodyPr/>
          <a:lstStyle/>
          <a:p>
            <a:endParaRPr lang="ko-KR" altLang="en-US" sz="1200">
              <a:latin typeface="+mn-ea"/>
            </a:endParaRPr>
          </a:p>
        </p:txBody>
      </p:sp>
      <p:sp>
        <p:nvSpPr>
          <p:cNvPr id="2" name="TextBox 1">
            <a:extLst>
              <a:ext uri="{FF2B5EF4-FFF2-40B4-BE49-F238E27FC236}">
                <a16:creationId xmlns:a16="http://schemas.microsoft.com/office/drawing/2014/main" id="{D3058EAA-D38C-1463-C791-73AB6C2F8ED9}"/>
              </a:ext>
            </a:extLst>
          </p:cNvPr>
          <p:cNvSpPr txBox="1"/>
          <p:nvPr/>
        </p:nvSpPr>
        <p:spPr>
          <a:xfrm>
            <a:off x="9337964" y="354525"/>
            <a:ext cx="2862743" cy="323165"/>
          </a:xfrm>
          <a:prstGeom prst="rect">
            <a:avLst/>
          </a:prstGeom>
          <a:noFill/>
        </p:spPr>
        <p:txBody>
          <a:bodyPr wrap="square" rtlCol="0">
            <a:spAutoFit/>
          </a:bodyPr>
          <a:lstStyle/>
          <a:p>
            <a:pPr algn="r"/>
            <a:r>
              <a:rPr lang="ko-KR" altLang="en-US" sz="1500" b="1" dirty="0" err="1">
                <a:latin typeface="나눔스퀘어 네오 OTF Bold" panose="00000800000000000000" pitchFamily="50" charset="-127"/>
                <a:ea typeface="나눔스퀘어 네오 OTF Bold" panose="00000800000000000000" pitchFamily="50" charset="-127"/>
              </a:rPr>
              <a:t>코스맥스광저우</a:t>
            </a:r>
            <a:endParaRPr lang="ko-KR" altLang="en-US" sz="1500" b="1" dirty="0">
              <a:latin typeface="나눔스퀘어 네오 OTF Bold" panose="00000800000000000000" pitchFamily="50" charset="-127"/>
              <a:ea typeface="나눔스퀘어 네오 OTF Bold" panose="00000800000000000000" pitchFamily="50" charset="-127"/>
            </a:endParaRPr>
          </a:p>
        </p:txBody>
      </p:sp>
      <p:cxnSp>
        <p:nvCxnSpPr>
          <p:cNvPr id="3" name="직선 연결선 2">
            <a:extLst>
              <a:ext uri="{FF2B5EF4-FFF2-40B4-BE49-F238E27FC236}">
                <a16:creationId xmlns:a16="http://schemas.microsoft.com/office/drawing/2014/main" id="{FB9F21CA-604D-0D86-B01B-AAB77F801E07}"/>
              </a:ext>
            </a:extLst>
          </p:cNvPr>
          <p:cNvCxnSpPr/>
          <p:nvPr/>
        </p:nvCxnSpPr>
        <p:spPr>
          <a:xfrm>
            <a:off x="8707" y="677690"/>
            <a:ext cx="12192000" cy="0"/>
          </a:xfrm>
          <a:prstGeom prst="line">
            <a:avLst/>
          </a:prstGeom>
          <a:ln w="19050"/>
        </p:spPr>
        <p:style>
          <a:lnRef idx="1">
            <a:schemeClr val="dk1"/>
          </a:lnRef>
          <a:fillRef idx="0">
            <a:schemeClr val="dk1"/>
          </a:fillRef>
          <a:effectRef idx="0">
            <a:schemeClr val="dk1"/>
          </a:effectRef>
          <a:fontRef idx="minor">
            <a:schemeClr val="tx1"/>
          </a:fontRef>
        </p:style>
      </p:cxnSp>
      <p:sp>
        <p:nvSpPr>
          <p:cNvPr id="4" name="TextBox 22">
            <a:extLst>
              <a:ext uri="{FF2B5EF4-FFF2-40B4-BE49-F238E27FC236}">
                <a16:creationId xmlns:a16="http://schemas.microsoft.com/office/drawing/2014/main" id="{712ED04D-69B4-D605-0885-C5D471DCF2B0}"/>
              </a:ext>
            </a:extLst>
          </p:cNvPr>
          <p:cNvSpPr txBox="1">
            <a:spLocks noChangeArrowheads="1"/>
          </p:cNvSpPr>
          <p:nvPr/>
        </p:nvSpPr>
        <p:spPr bwMode="auto">
          <a:xfrm>
            <a:off x="207390" y="224137"/>
            <a:ext cx="3565525" cy="466725"/>
          </a:xfrm>
          <a:prstGeom prst="rect">
            <a:avLst/>
          </a:prstGeom>
          <a:noFill/>
          <a:ln w="9525">
            <a:noFill/>
            <a:miter lim="800000"/>
          </a:ln>
        </p:spPr>
        <p:txBody>
          <a:bodyPr wrap="none" lIns="91440" tIns="45720" rIns="91440" bIns="45720" anchor="t"/>
          <a:lstStyle/>
          <a:p>
            <a:pPr marL="228600" indent="-228600">
              <a:spcBef>
                <a:spcPts val="200"/>
              </a:spcBef>
            </a:pPr>
            <a:r>
              <a:rPr kumimoji="1" lang="en-US" altLang="ko-KR" sz="2000" b="1" dirty="0">
                <a:latin typeface="나눔스퀘어 네오 OTF Bold" panose="00000800000000000000" pitchFamily="50" charset="-127"/>
                <a:ea typeface="나눔스퀘어 네오 OTF Bold" panose="00000800000000000000" pitchFamily="50" charset="-127"/>
              </a:rPr>
              <a:t>3. 2026</a:t>
            </a:r>
            <a:r>
              <a:rPr kumimoji="1" lang="ko-KR" altLang="en-US" sz="2000" b="1" dirty="0">
                <a:latin typeface="나눔스퀘어 네오 OTF Bold" panose="00000800000000000000" pitchFamily="50" charset="-127"/>
                <a:ea typeface="나눔스퀘어 네오 OTF Bold" panose="00000800000000000000" pitchFamily="50" charset="-127"/>
              </a:rPr>
              <a:t>년 </a:t>
            </a:r>
            <a:r>
              <a:rPr kumimoji="1" lang="en-US" altLang="ko-KR" sz="2000" b="1" dirty="0">
                <a:latin typeface="나눔스퀘어 네오 OTF Bold" panose="00000800000000000000" pitchFamily="50" charset="-127"/>
                <a:ea typeface="나눔스퀘어 네오 OTF Bold" panose="00000800000000000000" pitchFamily="50" charset="-127"/>
              </a:rPr>
              <a:t>1</a:t>
            </a:r>
            <a:r>
              <a:rPr kumimoji="1" lang="ko-KR" altLang="en-US" sz="2000" b="1" dirty="0">
                <a:latin typeface="나눔스퀘어 네오 OTF Bold" panose="00000800000000000000" pitchFamily="50" charset="-127"/>
                <a:ea typeface="나눔스퀘어 네오 OTF Bold" panose="00000800000000000000" pitchFamily="50" charset="-127"/>
              </a:rPr>
              <a:t>분기 유통 채널별 실적 분석</a:t>
            </a:r>
            <a:endParaRPr kumimoji="1" lang="en-US" altLang="ko-KR" sz="2000" b="1" dirty="0">
              <a:latin typeface="나눔스퀘어 네오 OTF Bold" panose="00000800000000000000" pitchFamily="50" charset="-127"/>
              <a:ea typeface="나눔스퀘어 네오 OTF Bold" panose="00000800000000000000" pitchFamily="50" charset="-127"/>
            </a:endParaRPr>
          </a:p>
        </p:txBody>
      </p:sp>
      <p:sp>
        <p:nvSpPr>
          <p:cNvPr id="60" name="Shape 8">
            <a:extLst>
              <a:ext uri="{FF2B5EF4-FFF2-40B4-BE49-F238E27FC236}">
                <a16:creationId xmlns:a16="http://schemas.microsoft.com/office/drawing/2014/main" id="{BB50E94E-E005-8B83-641C-9FFA174E55F1}"/>
              </a:ext>
            </a:extLst>
          </p:cNvPr>
          <p:cNvSpPr/>
          <p:nvPr/>
        </p:nvSpPr>
        <p:spPr>
          <a:xfrm>
            <a:off x="959496" y="2652377"/>
            <a:ext cx="3960000" cy="6096"/>
          </a:xfrm>
          <a:prstGeom prst="rect">
            <a:avLst/>
          </a:prstGeom>
          <a:solidFill>
            <a:schemeClr val="bg2">
              <a:lumMod val="90000"/>
            </a:schemeClr>
          </a:solidFill>
          <a:ln w="12700">
            <a:solidFill>
              <a:schemeClr val="bg2">
                <a:lumMod val="90000"/>
              </a:schemeClr>
            </a:solidFill>
            <a:prstDash val="solid"/>
          </a:ln>
        </p:spPr>
        <p:txBody>
          <a:bodyPr/>
          <a:lstStyle/>
          <a:p>
            <a:endParaRPr lang="ko-KR" altLang="en-US" sz="1200">
              <a:latin typeface="+mn-ea"/>
            </a:endParaRPr>
          </a:p>
        </p:txBody>
      </p:sp>
      <p:sp>
        <p:nvSpPr>
          <p:cNvPr id="62" name="Text 9">
            <a:extLst>
              <a:ext uri="{FF2B5EF4-FFF2-40B4-BE49-F238E27FC236}">
                <a16:creationId xmlns:a16="http://schemas.microsoft.com/office/drawing/2014/main" id="{723CA520-ED09-A6AF-F9F8-5D2128F18EB4}"/>
              </a:ext>
            </a:extLst>
          </p:cNvPr>
          <p:cNvSpPr txBox="1"/>
          <p:nvPr/>
        </p:nvSpPr>
        <p:spPr>
          <a:xfrm>
            <a:off x="1221511" y="1133403"/>
            <a:ext cx="817474" cy="279807"/>
          </a:xfrm>
          <a:prstGeom prst="rect">
            <a:avLst/>
          </a:prstGeom>
          <a:noFill/>
          <a:ln/>
        </p:spPr>
        <p:txBody>
          <a:bodyPr wrap="square" lIns="0" tIns="0" rIns="0" bIns="0" rtlCol="0" anchor="ctr"/>
          <a:lstStyle/>
          <a:p>
            <a:r>
              <a:rPr lang="en-US" sz="1400" dirty="0">
                <a:solidFill>
                  <a:schemeClr val="bg1"/>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1400" dirty="0" err="1">
                <a:solidFill>
                  <a:schemeClr val="bg1"/>
                </a:solidFill>
                <a:latin typeface="나눔스퀘어 네오 OTF Bold" panose="00000800000000000000" pitchFamily="50" charset="-127"/>
                <a:ea typeface="나눔스퀘어 네오 OTF Bold" panose="00000800000000000000" pitchFamily="50" charset="-127"/>
                <a:cs typeface="Noto Sans KR" pitchFamily="34" charset="-120"/>
              </a:rPr>
              <a:t>온라인</a:t>
            </a:r>
            <a:endParaRPr lang="en-US" sz="1400" dirty="0">
              <a:solidFill>
                <a:schemeClr val="bg1"/>
              </a:solidFill>
              <a:latin typeface="나눔스퀘어 네오 OTF Bold" panose="00000800000000000000" pitchFamily="50" charset="-127"/>
              <a:ea typeface="나눔스퀘어 네오 OTF Bold" panose="00000800000000000000" pitchFamily="50" charset="-127"/>
            </a:endParaRPr>
          </a:p>
        </p:txBody>
      </p:sp>
      <p:sp>
        <p:nvSpPr>
          <p:cNvPr id="64" name="Shape 11">
            <a:extLst>
              <a:ext uri="{FF2B5EF4-FFF2-40B4-BE49-F238E27FC236}">
                <a16:creationId xmlns:a16="http://schemas.microsoft.com/office/drawing/2014/main" id="{1AEDFFEB-4064-2DA3-B7E3-D782057471B1}"/>
              </a:ext>
            </a:extLst>
          </p:cNvPr>
          <p:cNvSpPr/>
          <p:nvPr/>
        </p:nvSpPr>
        <p:spPr>
          <a:xfrm>
            <a:off x="942254" y="1604573"/>
            <a:ext cx="1634687" cy="879983"/>
          </a:xfrm>
          <a:prstGeom prst="roundRect">
            <a:avLst>
              <a:gd name="adj" fmla="val 8166"/>
            </a:avLst>
          </a:prstGeom>
          <a:solidFill>
            <a:srgbClr val="FFFFFF"/>
          </a:solidFill>
          <a:ln w="12700">
            <a:solidFill>
              <a:schemeClr val="bg1">
                <a:lumMod val="95000"/>
              </a:schemeClr>
            </a:solidFill>
            <a:prstDash val="solid"/>
          </a:ln>
        </p:spPr>
        <p:txBody>
          <a:bodyPr/>
          <a:lstStyle/>
          <a:p>
            <a:endParaRPr lang="ko-KR" altLang="en-US" sz="1200">
              <a:latin typeface="+mn-ea"/>
            </a:endParaRPr>
          </a:p>
        </p:txBody>
      </p:sp>
      <p:sp>
        <p:nvSpPr>
          <p:cNvPr id="65" name="Text 12">
            <a:extLst>
              <a:ext uri="{FF2B5EF4-FFF2-40B4-BE49-F238E27FC236}">
                <a16:creationId xmlns:a16="http://schemas.microsoft.com/office/drawing/2014/main" id="{46A6F149-5E29-2FB1-2FFD-A67786D06AE3}"/>
              </a:ext>
            </a:extLst>
          </p:cNvPr>
          <p:cNvSpPr txBox="1"/>
          <p:nvPr/>
        </p:nvSpPr>
        <p:spPr>
          <a:xfrm>
            <a:off x="988635" y="1722315"/>
            <a:ext cx="484023" cy="152400"/>
          </a:xfrm>
          <a:prstGeom prst="rect">
            <a:avLst/>
          </a:prstGeom>
          <a:noFill/>
          <a:ln/>
        </p:spPr>
        <p:txBody>
          <a:bodyPr wrap="square" lIns="0" tIns="0" rIns="0" bIns="0" rtlCol="0" anchor="ctr"/>
          <a:lstStyle/>
          <a:p>
            <a:pPr algn="ctr"/>
            <a:r>
              <a:rPr lang="en-US" sz="80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예상</a:t>
            </a:r>
            <a:r>
              <a:rPr lang="en-US" sz="800">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 </a:t>
            </a:r>
            <a:r>
              <a:rPr lang="en-US" sz="80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매출</a:t>
            </a:r>
            <a:endParaRPr lang="en-US" sz="800">
              <a:latin typeface="나눔스퀘어 네오 OTF Light" panose="00000400000000000000" pitchFamily="50" charset="-127"/>
              <a:ea typeface="나눔스퀘어 네오 OTF Light" panose="00000400000000000000" pitchFamily="50" charset="-127"/>
            </a:endParaRPr>
          </a:p>
        </p:txBody>
      </p:sp>
      <p:sp>
        <p:nvSpPr>
          <p:cNvPr id="66" name="Text 13">
            <a:extLst>
              <a:ext uri="{FF2B5EF4-FFF2-40B4-BE49-F238E27FC236}">
                <a16:creationId xmlns:a16="http://schemas.microsoft.com/office/drawing/2014/main" id="{ED1D019C-F4AC-9E13-AE6C-F353043BE396}"/>
              </a:ext>
            </a:extLst>
          </p:cNvPr>
          <p:cNvSpPr txBox="1"/>
          <p:nvPr/>
        </p:nvSpPr>
        <p:spPr>
          <a:xfrm>
            <a:off x="909387" y="1906415"/>
            <a:ext cx="642519" cy="228600"/>
          </a:xfrm>
          <a:prstGeom prst="rect">
            <a:avLst/>
          </a:prstGeom>
          <a:noFill/>
          <a:ln/>
        </p:spPr>
        <p:txBody>
          <a:bodyPr wrap="square" lIns="0" tIns="0" rIns="0" bIns="0" rtlCol="0" anchor="ctr"/>
          <a:lstStyle/>
          <a:p>
            <a:pPr algn="ctr"/>
            <a:r>
              <a:rPr lang="en-US" sz="12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109</a:t>
            </a:r>
            <a:endParaRPr lang="en-US" sz="1200" dirty="0">
              <a:latin typeface="나눔스퀘어 네오 OTF Bold" panose="00000800000000000000" pitchFamily="50" charset="-127"/>
              <a:ea typeface="나눔스퀘어 네오 OTF Bold" panose="00000800000000000000" pitchFamily="50" charset="-127"/>
            </a:endParaRPr>
          </a:p>
        </p:txBody>
      </p:sp>
      <p:sp>
        <p:nvSpPr>
          <p:cNvPr id="67" name="Text 14">
            <a:extLst>
              <a:ext uri="{FF2B5EF4-FFF2-40B4-BE49-F238E27FC236}">
                <a16:creationId xmlns:a16="http://schemas.microsoft.com/office/drawing/2014/main" id="{F9A5A140-1663-CCC3-3158-6835D8C28F96}"/>
              </a:ext>
            </a:extLst>
          </p:cNvPr>
          <p:cNvSpPr txBox="1"/>
          <p:nvPr/>
        </p:nvSpPr>
        <p:spPr>
          <a:xfrm>
            <a:off x="2009733" y="1713079"/>
            <a:ext cx="484023" cy="152400"/>
          </a:xfrm>
          <a:prstGeom prst="rect">
            <a:avLst/>
          </a:prstGeom>
          <a:noFill/>
          <a:ln/>
        </p:spPr>
        <p:txBody>
          <a:bodyPr wrap="square" lIns="0" tIns="0" rIns="0" bIns="0" rtlCol="0" anchor="ctr"/>
          <a:lstStyle/>
          <a:p>
            <a:pPr algn="ctr"/>
            <a:r>
              <a:rPr lang="en-US" sz="800" dirty="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계획</a:t>
            </a:r>
            <a:r>
              <a:rPr lang="en-US" sz="800" dirty="0">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 </a:t>
            </a:r>
            <a:r>
              <a:rPr lang="en-US" sz="800" dirty="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대비</a:t>
            </a:r>
            <a:endParaRPr lang="en-US" sz="800" dirty="0">
              <a:latin typeface="나눔스퀘어 네오 OTF Light" panose="00000400000000000000" pitchFamily="50" charset="-127"/>
              <a:ea typeface="나눔스퀘어 네오 OTF Light" panose="00000400000000000000" pitchFamily="50" charset="-127"/>
            </a:endParaRPr>
          </a:p>
        </p:txBody>
      </p:sp>
      <p:sp>
        <p:nvSpPr>
          <p:cNvPr id="68" name="Text 15">
            <a:extLst>
              <a:ext uri="{FF2B5EF4-FFF2-40B4-BE49-F238E27FC236}">
                <a16:creationId xmlns:a16="http://schemas.microsoft.com/office/drawing/2014/main" id="{CD6377B4-89E2-29D6-0F9F-40970A7030C8}"/>
              </a:ext>
            </a:extLst>
          </p:cNvPr>
          <p:cNvSpPr txBox="1"/>
          <p:nvPr/>
        </p:nvSpPr>
        <p:spPr>
          <a:xfrm>
            <a:off x="2016744" y="1897179"/>
            <a:ext cx="470001" cy="228600"/>
          </a:xfrm>
          <a:prstGeom prst="rect">
            <a:avLst/>
          </a:prstGeom>
          <a:noFill/>
          <a:ln/>
        </p:spPr>
        <p:txBody>
          <a:bodyPr wrap="square" lIns="0" tIns="0" rIns="0" bIns="0" rtlCol="0" anchor="ctr"/>
          <a:lstStyle>
            <a:defPPr>
              <a:defRPr lang="ko-KR"/>
            </a:defPPr>
            <a:lvl1pPr>
              <a:defRPr sz="1200" b="1">
                <a:solidFill>
                  <a:srgbClr val="C00000"/>
                </a:solidFill>
                <a:latin typeface="Noto Sans KR" pitchFamily="34" charset="0"/>
                <a:ea typeface="Noto Sans KR" pitchFamily="34" charset="-122"/>
                <a:cs typeface="Noto Sans KR" pitchFamily="34" charset="-120"/>
              </a:defRPr>
            </a:lvl1pPr>
          </a:lstStyle>
          <a:p>
            <a:pPr algn="ctr"/>
            <a:r>
              <a:rPr lang="en-US" dirty="0">
                <a:latin typeface="나눔스퀘어 네오 OTF Bold" panose="00000800000000000000" pitchFamily="50" charset="-127"/>
                <a:ea typeface="나눔스퀘어 네오 OTF Bold" panose="00000800000000000000" pitchFamily="50" charset="-127"/>
              </a:rPr>
              <a:t>23%</a:t>
            </a:r>
          </a:p>
        </p:txBody>
      </p:sp>
      <p:sp>
        <p:nvSpPr>
          <p:cNvPr id="69" name="Text 91">
            <a:extLst>
              <a:ext uri="{FF2B5EF4-FFF2-40B4-BE49-F238E27FC236}">
                <a16:creationId xmlns:a16="http://schemas.microsoft.com/office/drawing/2014/main" id="{454A70A5-C4B5-C470-276F-88D609D1C29C}"/>
              </a:ext>
            </a:extLst>
          </p:cNvPr>
          <p:cNvSpPr txBox="1"/>
          <p:nvPr/>
        </p:nvSpPr>
        <p:spPr>
          <a:xfrm>
            <a:off x="2738605" y="1176094"/>
            <a:ext cx="714832" cy="185834"/>
          </a:xfrm>
          <a:prstGeom prst="rect">
            <a:avLst/>
          </a:prstGeom>
          <a:noFill/>
          <a:ln/>
        </p:spPr>
        <p:txBody>
          <a:bodyPr wrap="square" lIns="0" tIns="0" rIns="0" bIns="0" rtlCol="0" anchor="ctr"/>
          <a:lstStyle>
            <a:defPPr>
              <a:defRPr lang="ko-KR"/>
            </a:defPPr>
            <a:lvl1pPr>
              <a:defRPr sz="800" b="1">
                <a:solidFill>
                  <a:srgbClr val="C00000"/>
                </a:solidFill>
                <a:latin typeface="Noto Sans KR" pitchFamily="34" charset="0"/>
                <a:ea typeface="Noto Sans KR" pitchFamily="34" charset="-122"/>
                <a:cs typeface="Noto Sans KR" pitchFamily="34" charset="-120"/>
              </a:defRPr>
            </a:lvl1pPr>
          </a:lstStyle>
          <a:p>
            <a:pPr algn="ctr"/>
            <a:r>
              <a:rPr lang="en-US" dirty="0" err="1">
                <a:latin typeface="나눔스퀘어 네오 OTF Bold" panose="00000800000000000000" pitchFamily="50" charset="-127"/>
                <a:ea typeface="나눔스퀘어 네오 OTF Bold" panose="00000800000000000000" pitchFamily="50" charset="-127"/>
              </a:rPr>
              <a:t>비중</a:t>
            </a:r>
            <a:r>
              <a:rPr lang="en-US" dirty="0">
                <a:latin typeface="나눔스퀘어 네오 OTF Bold" panose="00000800000000000000" pitchFamily="50" charset="-127"/>
                <a:ea typeface="나눔스퀘어 네오 OTF Bold" panose="00000800000000000000" pitchFamily="50" charset="-127"/>
              </a:rPr>
              <a:t> 57%(+3)</a:t>
            </a:r>
          </a:p>
        </p:txBody>
      </p:sp>
      <p:sp>
        <p:nvSpPr>
          <p:cNvPr id="73" name="Text 16">
            <a:extLst>
              <a:ext uri="{FF2B5EF4-FFF2-40B4-BE49-F238E27FC236}">
                <a16:creationId xmlns:a16="http://schemas.microsoft.com/office/drawing/2014/main" id="{746B6423-D6D2-A965-A64B-B8966B04CC74}"/>
              </a:ext>
            </a:extLst>
          </p:cNvPr>
          <p:cNvSpPr txBox="1"/>
          <p:nvPr/>
        </p:nvSpPr>
        <p:spPr>
          <a:xfrm>
            <a:off x="3035366" y="1626476"/>
            <a:ext cx="1886103" cy="178003"/>
          </a:xfrm>
          <a:prstGeom prst="rect">
            <a:avLst/>
          </a:prstGeom>
          <a:noFill/>
          <a:ln/>
        </p:spPr>
        <p:txBody>
          <a:bodyPr wrap="square" lIns="0" tIns="0" rIns="0" bIns="0" rtlCol="0" anchor="ctr"/>
          <a:lstStyle/>
          <a:p>
            <a:r>
              <a:rPr lang="en-US" sz="933"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TOP 3</a:t>
            </a:r>
            <a:endParaRPr lang="en-US" sz="933" dirty="0">
              <a:latin typeface="나눔스퀘어 네오 OTF Bold" panose="00000800000000000000" pitchFamily="50" charset="-127"/>
              <a:ea typeface="나눔스퀘어 네오 OTF Bold" panose="00000800000000000000" pitchFamily="50" charset="-127"/>
            </a:endParaRPr>
          </a:p>
        </p:txBody>
      </p:sp>
      <p:pic>
        <p:nvPicPr>
          <p:cNvPr id="74" name="Image 2" descr="preencoded.png">
            <a:extLst>
              <a:ext uri="{FF2B5EF4-FFF2-40B4-BE49-F238E27FC236}">
                <a16:creationId xmlns:a16="http://schemas.microsoft.com/office/drawing/2014/main" id="{2751C4A4-009B-F498-8650-3B7C5C24F2D3}"/>
              </a:ext>
            </a:extLst>
          </p:cNvPr>
          <p:cNvPicPr>
            <a:picLocks noChangeAspect="1"/>
          </p:cNvPicPr>
          <p:nvPr/>
        </p:nvPicPr>
        <p:blipFill>
          <a:blip r:embed="rId3"/>
          <a:srcRect t="-856" b="-856"/>
          <a:stretch/>
        </p:blipFill>
        <p:spPr>
          <a:xfrm>
            <a:off x="2851266" y="1655127"/>
            <a:ext cx="133503" cy="120701"/>
          </a:xfrm>
          <a:prstGeom prst="rect">
            <a:avLst/>
          </a:prstGeom>
        </p:spPr>
      </p:pic>
      <p:sp>
        <p:nvSpPr>
          <p:cNvPr id="78" name="Text 17">
            <a:extLst>
              <a:ext uri="{FF2B5EF4-FFF2-40B4-BE49-F238E27FC236}">
                <a16:creationId xmlns:a16="http://schemas.microsoft.com/office/drawing/2014/main" id="{0A05AE48-5015-A448-0387-D59E668761ED}"/>
              </a:ext>
            </a:extLst>
          </p:cNvPr>
          <p:cNvSpPr txBox="1"/>
          <p:nvPr/>
        </p:nvSpPr>
        <p:spPr>
          <a:xfrm>
            <a:off x="1137218" y="2706264"/>
            <a:ext cx="2946807" cy="178003"/>
          </a:xfrm>
          <a:prstGeom prst="rect">
            <a:avLst/>
          </a:prstGeom>
          <a:noFill/>
          <a:ln/>
        </p:spPr>
        <p:txBody>
          <a:bodyPr wrap="square" lIns="0" tIns="0" rIns="0" bIns="0" rtlCol="0" anchor="ctr"/>
          <a:lstStyle/>
          <a:p>
            <a:r>
              <a:rPr lang="en-US" sz="933"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933" b="1" dirty="0" err="1">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주요</a:t>
            </a:r>
            <a:r>
              <a:rPr lang="en-US" sz="933"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933" b="1" dirty="0" err="1">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진행사항</a:t>
            </a:r>
            <a:endParaRPr lang="en-US" sz="933" dirty="0">
              <a:latin typeface="나눔스퀘어 네오 OTF Bold" panose="00000800000000000000" pitchFamily="50" charset="-127"/>
              <a:ea typeface="나눔스퀘어 네오 OTF Bold" panose="00000800000000000000" pitchFamily="50" charset="-127"/>
            </a:endParaRPr>
          </a:p>
        </p:txBody>
      </p:sp>
      <p:pic>
        <p:nvPicPr>
          <p:cNvPr id="79" name="Image 7" descr="preencoded.png">
            <a:extLst>
              <a:ext uri="{FF2B5EF4-FFF2-40B4-BE49-F238E27FC236}">
                <a16:creationId xmlns:a16="http://schemas.microsoft.com/office/drawing/2014/main" id="{4FAEA484-8C1B-CDA3-3EEC-951FF0A50304}"/>
              </a:ext>
            </a:extLst>
          </p:cNvPr>
          <p:cNvPicPr>
            <a:picLocks noChangeAspect="1"/>
          </p:cNvPicPr>
          <p:nvPr/>
        </p:nvPicPr>
        <p:blipFill>
          <a:blip r:embed="rId4"/>
          <a:srcRect/>
          <a:stretch/>
        </p:blipFill>
        <p:spPr>
          <a:xfrm>
            <a:off x="983700" y="2739828"/>
            <a:ext cx="120701" cy="120701"/>
          </a:xfrm>
          <a:prstGeom prst="rect">
            <a:avLst/>
          </a:prstGeom>
        </p:spPr>
      </p:pic>
      <p:sp>
        <p:nvSpPr>
          <p:cNvPr id="5" name="Text 15">
            <a:extLst>
              <a:ext uri="{FF2B5EF4-FFF2-40B4-BE49-F238E27FC236}">
                <a16:creationId xmlns:a16="http://schemas.microsoft.com/office/drawing/2014/main" id="{7BCA9372-20E4-73B8-6BAE-0E1EEEC11CEB}"/>
              </a:ext>
            </a:extLst>
          </p:cNvPr>
          <p:cNvSpPr txBox="1"/>
          <p:nvPr/>
        </p:nvSpPr>
        <p:spPr>
          <a:xfrm>
            <a:off x="1035628" y="2222317"/>
            <a:ext cx="832017" cy="168695"/>
          </a:xfrm>
          <a:prstGeom prst="rect">
            <a:avLst/>
          </a:prstGeom>
          <a:noFill/>
          <a:ln/>
        </p:spPr>
        <p:txBody>
          <a:bodyPr wrap="square" lIns="0" tIns="0" rIns="0" bIns="0" rtlCol="0" anchor="ctr"/>
          <a:lstStyle>
            <a:defPPr>
              <a:defRPr lang="ko-KR"/>
            </a:defPPr>
            <a:lvl1pPr>
              <a:defRPr sz="800" b="1">
                <a:solidFill>
                  <a:srgbClr val="385723"/>
                </a:solidFill>
                <a:latin typeface="+mn-ea"/>
                <a:cs typeface="Noto Sans KR" pitchFamily="34" charset="-120"/>
              </a:defRPr>
            </a:lvl1pPr>
          </a:lstStyle>
          <a:p>
            <a:r>
              <a:rPr lang="en-US" dirty="0">
                <a:latin typeface="나눔스퀘어 네오 Bold" panose="00000800000000000000" pitchFamily="2" charset="-127"/>
                <a:ea typeface="나눔스퀘어 네오 Bold" panose="00000800000000000000" pitchFamily="2" charset="-127"/>
              </a:rPr>
              <a:t> </a:t>
            </a:r>
            <a:r>
              <a:rPr lang="en-US" dirty="0" err="1">
                <a:latin typeface="나눔스퀘어 네오 Bold" panose="00000800000000000000" pitchFamily="2" charset="-127"/>
                <a:ea typeface="나눔스퀘어 네오 Bold" panose="00000800000000000000" pitchFamily="2" charset="-127"/>
              </a:rPr>
              <a:t>전년비</a:t>
            </a:r>
            <a:r>
              <a:rPr lang="en-US" dirty="0">
                <a:latin typeface="나눔스퀘어 네오 Bold" panose="00000800000000000000" pitchFamily="2" charset="-127"/>
                <a:ea typeface="나눔스퀘어 네오 Bold" panose="00000800000000000000" pitchFamily="2" charset="-127"/>
              </a:rPr>
              <a:t> </a:t>
            </a:r>
            <a:r>
              <a:rPr lang="en-US" altLang="ko-KR" dirty="0">
                <a:latin typeface="나눔스퀘어 네오 Bold" panose="00000800000000000000" pitchFamily="2" charset="-127"/>
                <a:ea typeface="나눔스퀘어 네오 Bold" panose="00000800000000000000" pitchFamily="2" charset="-127"/>
              </a:rPr>
              <a:t>▲ 11</a:t>
            </a:r>
            <a:r>
              <a:rPr lang="en-US" dirty="0">
                <a:latin typeface="나눔스퀘어 네오 Bold" panose="00000800000000000000" pitchFamily="2" charset="-127"/>
                <a:ea typeface="나눔스퀘어 네오 Bold" panose="00000800000000000000" pitchFamily="2" charset="-127"/>
              </a:rPr>
              <a:t>%</a:t>
            </a:r>
          </a:p>
        </p:txBody>
      </p:sp>
      <p:pic>
        <p:nvPicPr>
          <p:cNvPr id="10" name="그래픽 9" descr="세계 단색으로 채워진">
            <a:extLst>
              <a:ext uri="{FF2B5EF4-FFF2-40B4-BE49-F238E27FC236}">
                <a16:creationId xmlns:a16="http://schemas.microsoft.com/office/drawing/2014/main" id="{F11FA4E8-32D7-C29D-1BE6-0355C3AC08E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9525" y="1143231"/>
            <a:ext cx="259886" cy="259886"/>
          </a:xfrm>
          <a:prstGeom prst="rect">
            <a:avLst/>
          </a:prstGeom>
        </p:spPr>
      </p:pic>
      <p:pic>
        <p:nvPicPr>
          <p:cNvPr id="13" name="그래픽 12" descr="사용자 단색으로 채워진">
            <a:extLst>
              <a:ext uri="{FF2B5EF4-FFF2-40B4-BE49-F238E27FC236}">
                <a16:creationId xmlns:a16="http://schemas.microsoft.com/office/drawing/2014/main" id="{E0C130E9-C44E-0894-5756-687AA7FAC95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28242" y="1087720"/>
            <a:ext cx="365760" cy="365760"/>
          </a:xfrm>
          <a:prstGeom prst="rect">
            <a:avLst/>
          </a:prstGeom>
        </p:spPr>
      </p:pic>
      <p:pic>
        <p:nvPicPr>
          <p:cNvPr id="17" name="그래픽 16" descr="상점 단색으로 채워진">
            <a:extLst>
              <a:ext uri="{FF2B5EF4-FFF2-40B4-BE49-F238E27FC236}">
                <a16:creationId xmlns:a16="http://schemas.microsoft.com/office/drawing/2014/main" id="{E8C7AF3B-46E4-7D52-A16E-FC007DA47C1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1015" y="3787942"/>
            <a:ext cx="301752" cy="301752"/>
          </a:xfrm>
          <a:prstGeom prst="rect">
            <a:avLst/>
          </a:prstGeom>
        </p:spPr>
      </p:pic>
      <p:pic>
        <p:nvPicPr>
          <p:cNvPr id="19" name="그래픽 18" descr="이륙 단색으로 채워진">
            <a:extLst>
              <a:ext uri="{FF2B5EF4-FFF2-40B4-BE49-F238E27FC236}">
                <a16:creationId xmlns:a16="http://schemas.microsoft.com/office/drawing/2014/main" id="{6ED2C77C-896F-D31D-011B-1836C325D5A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739782" y="3804267"/>
            <a:ext cx="320040" cy="320040"/>
          </a:xfrm>
          <a:prstGeom prst="rect">
            <a:avLst/>
          </a:prstGeom>
        </p:spPr>
      </p:pic>
      <p:sp>
        <p:nvSpPr>
          <p:cNvPr id="32" name="Shape 31">
            <a:extLst>
              <a:ext uri="{FF2B5EF4-FFF2-40B4-BE49-F238E27FC236}">
                <a16:creationId xmlns:a16="http://schemas.microsoft.com/office/drawing/2014/main" id="{FABFD88A-7565-CC0B-EB98-B5ACDBB82ADE}"/>
              </a:ext>
            </a:extLst>
          </p:cNvPr>
          <p:cNvSpPr/>
          <p:nvPr/>
        </p:nvSpPr>
        <p:spPr>
          <a:xfrm>
            <a:off x="10580915" y="1133125"/>
            <a:ext cx="825216" cy="263144"/>
          </a:xfrm>
          <a:prstGeom prst="roundRect">
            <a:avLst>
              <a:gd name="adj" fmla="val 41542"/>
            </a:avLst>
          </a:prstGeom>
          <a:solidFill>
            <a:schemeClr val="tx2">
              <a:lumMod val="20000"/>
              <a:lumOff val="80000"/>
            </a:schemeClr>
          </a:solidFill>
          <a:ln w="12700">
            <a:noFill/>
            <a:prstDash val="solid"/>
          </a:ln>
        </p:spPr>
        <p:txBody>
          <a:bodyPr/>
          <a:lstStyle/>
          <a:p>
            <a:endParaRPr lang="ko-KR" altLang="en-US" sz="1200">
              <a:latin typeface="나눔스퀘어 네오 OTF Bold" panose="00000800000000000000" pitchFamily="50" charset="-127"/>
              <a:ea typeface="나눔스퀘어 네오 OTF Bold" panose="00000800000000000000" pitchFamily="50" charset="-127"/>
            </a:endParaRPr>
          </a:p>
        </p:txBody>
      </p:sp>
      <p:sp>
        <p:nvSpPr>
          <p:cNvPr id="33" name="Shape 11">
            <a:extLst>
              <a:ext uri="{FF2B5EF4-FFF2-40B4-BE49-F238E27FC236}">
                <a16:creationId xmlns:a16="http://schemas.microsoft.com/office/drawing/2014/main" id="{FAAC4A56-CD04-6B8C-8CB3-00DA50458FF8}"/>
              </a:ext>
            </a:extLst>
          </p:cNvPr>
          <p:cNvSpPr/>
          <p:nvPr/>
        </p:nvSpPr>
        <p:spPr>
          <a:xfrm>
            <a:off x="8210674" y="1546395"/>
            <a:ext cx="3106280" cy="894560"/>
          </a:xfrm>
          <a:prstGeom prst="roundRect">
            <a:avLst>
              <a:gd name="adj" fmla="val 8166"/>
            </a:avLst>
          </a:prstGeom>
          <a:solidFill>
            <a:srgbClr val="FFFFFF"/>
          </a:solidFill>
          <a:ln w="12700">
            <a:solidFill>
              <a:schemeClr val="bg1">
                <a:lumMod val="95000"/>
              </a:schemeClr>
            </a:solidFill>
            <a:prstDash val="solid"/>
          </a:ln>
        </p:spPr>
        <p:txBody>
          <a:bodyPr/>
          <a:lstStyle/>
          <a:p>
            <a:endParaRPr lang="ko-KR" altLang="en-US" sz="1200">
              <a:latin typeface="+mn-ea"/>
            </a:endParaRPr>
          </a:p>
        </p:txBody>
      </p:sp>
      <p:sp>
        <p:nvSpPr>
          <p:cNvPr id="34" name="Shape 8">
            <a:extLst>
              <a:ext uri="{FF2B5EF4-FFF2-40B4-BE49-F238E27FC236}">
                <a16:creationId xmlns:a16="http://schemas.microsoft.com/office/drawing/2014/main" id="{F456A0B5-F954-A447-AAB5-53435FE33686}"/>
              </a:ext>
            </a:extLst>
          </p:cNvPr>
          <p:cNvSpPr/>
          <p:nvPr/>
        </p:nvSpPr>
        <p:spPr>
          <a:xfrm>
            <a:off x="7313459" y="2652112"/>
            <a:ext cx="3960000" cy="6096"/>
          </a:xfrm>
          <a:prstGeom prst="rect">
            <a:avLst/>
          </a:prstGeom>
          <a:solidFill>
            <a:schemeClr val="bg2">
              <a:lumMod val="90000"/>
            </a:schemeClr>
          </a:solidFill>
          <a:ln w="12700">
            <a:solidFill>
              <a:schemeClr val="bg2">
                <a:lumMod val="90000"/>
              </a:schemeClr>
            </a:solidFill>
            <a:prstDash val="solid"/>
          </a:ln>
        </p:spPr>
        <p:txBody>
          <a:bodyPr/>
          <a:lstStyle/>
          <a:p>
            <a:endParaRPr lang="ko-KR" altLang="en-US" sz="1200">
              <a:latin typeface="+mn-ea"/>
            </a:endParaRPr>
          </a:p>
        </p:txBody>
      </p:sp>
      <p:sp>
        <p:nvSpPr>
          <p:cNvPr id="35" name="Text 9">
            <a:extLst>
              <a:ext uri="{FF2B5EF4-FFF2-40B4-BE49-F238E27FC236}">
                <a16:creationId xmlns:a16="http://schemas.microsoft.com/office/drawing/2014/main" id="{AAF4D717-FED1-D544-C779-7A88E3091B6C}"/>
              </a:ext>
            </a:extLst>
          </p:cNvPr>
          <p:cNvSpPr txBox="1"/>
          <p:nvPr/>
        </p:nvSpPr>
        <p:spPr>
          <a:xfrm>
            <a:off x="9112323" y="1137738"/>
            <a:ext cx="817474" cy="279807"/>
          </a:xfrm>
          <a:prstGeom prst="rect">
            <a:avLst/>
          </a:prstGeom>
          <a:noFill/>
          <a:ln/>
        </p:spPr>
        <p:txBody>
          <a:bodyPr wrap="square" lIns="0" tIns="0" rIns="0" bIns="0" rtlCol="0" anchor="ctr"/>
          <a:lstStyle/>
          <a:p>
            <a:r>
              <a:rPr lang="en-US" sz="1400" dirty="0">
                <a:solidFill>
                  <a:schemeClr val="accent6">
                    <a:lumMod val="20000"/>
                    <a:lumOff val="80000"/>
                  </a:schemeClr>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ko-KR" altLang="en-US" sz="1400" dirty="0" err="1">
                <a:solidFill>
                  <a:schemeClr val="accent6">
                    <a:lumMod val="20000"/>
                    <a:lumOff val="80000"/>
                  </a:schemeClr>
                </a:solidFill>
                <a:latin typeface="나눔스퀘어 네오 OTF Bold" panose="00000800000000000000" pitchFamily="50" charset="-127"/>
                <a:ea typeface="나눔스퀘어 네오 OTF Bold" panose="00000800000000000000" pitchFamily="50" charset="-127"/>
                <a:cs typeface="Noto Sans KR" pitchFamily="34" charset="-120"/>
              </a:rPr>
              <a:t>왕홍</a:t>
            </a:r>
            <a:endParaRPr lang="en-US" sz="1400" dirty="0">
              <a:solidFill>
                <a:schemeClr val="accent6">
                  <a:lumMod val="20000"/>
                  <a:lumOff val="80000"/>
                </a:schemeClr>
              </a:solidFill>
              <a:latin typeface="나눔스퀘어 네오 OTF Bold" panose="00000800000000000000" pitchFamily="50" charset="-127"/>
              <a:ea typeface="나눔스퀘어 네오 OTF Bold" panose="00000800000000000000" pitchFamily="50" charset="-127"/>
            </a:endParaRPr>
          </a:p>
        </p:txBody>
      </p:sp>
      <p:sp>
        <p:nvSpPr>
          <p:cNvPr id="37" name="Text 12">
            <a:extLst>
              <a:ext uri="{FF2B5EF4-FFF2-40B4-BE49-F238E27FC236}">
                <a16:creationId xmlns:a16="http://schemas.microsoft.com/office/drawing/2014/main" id="{2AC0891D-012A-9694-9F85-5C598AACA561}"/>
              </a:ext>
            </a:extLst>
          </p:cNvPr>
          <p:cNvSpPr txBox="1"/>
          <p:nvPr/>
        </p:nvSpPr>
        <p:spPr>
          <a:xfrm>
            <a:off x="6520571" y="1675870"/>
            <a:ext cx="484023" cy="152400"/>
          </a:xfrm>
          <a:prstGeom prst="rect">
            <a:avLst/>
          </a:prstGeom>
          <a:noFill/>
          <a:ln/>
        </p:spPr>
        <p:txBody>
          <a:bodyPr wrap="square" lIns="0" tIns="0" rIns="0" bIns="0" rtlCol="0" anchor="ctr"/>
          <a:lstStyle/>
          <a:p>
            <a:pPr algn="ctr"/>
            <a:r>
              <a:rPr lang="en-US" sz="800" dirty="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예상</a:t>
            </a:r>
            <a:r>
              <a:rPr lang="en-US" sz="800" dirty="0">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 </a:t>
            </a:r>
            <a:r>
              <a:rPr lang="en-US" sz="800" dirty="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매출</a:t>
            </a:r>
            <a:endParaRPr lang="en-US" sz="800" dirty="0">
              <a:latin typeface="나눔스퀘어 네오 OTF Light" panose="00000400000000000000" pitchFamily="50" charset="-127"/>
              <a:ea typeface="나눔스퀘어 네오 OTF Light" panose="00000400000000000000" pitchFamily="50" charset="-127"/>
            </a:endParaRPr>
          </a:p>
        </p:txBody>
      </p:sp>
      <p:sp>
        <p:nvSpPr>
          <p:cNvPr id="38" name="Text 13">
            <a:extLst>
              <a:ext uri="{FF2B5EF4-FFF2-40B4-BE49-F238E27FC236}">
                <a16:creationId xmlns:a16="http://schemas.microsoft.com/office/drawing/2014/main" id="{93A0BBF6-2421-1DAB-2C4C-F9E06D187399}"/>
              </a:ext>
            </a:extLst>
          </p:cNvPr>
          <p:cNvSpPr txBox="1"/>
          <p:nvPr/>
        </p:nvSpPr>
        <p:spPr>
          <a:xfrm>
            <a:off x="6441323" y="1859970"/>
            <a:ext cx="642519" cy="228600"/>
          </a:xfrm>
          <a:prstGeom prst="rect">
            <a:avLst/>
          </a:prstGeom>
          <a:noFill/>
          <a:ln/>
        </p:spPr>
        <p:txBody>
          <a:bodyPr wrap="square" lIns="0" tIns="0" rIns="0" bIns="0" rtlCol="0" anchor="ctr"/>
          <a:lstStyle/>
          <a:p>
            <a:pPr algn="ctr"/>
            <a:r>
              <a:rPr lang="en-US" sz="12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24</a:t>
            </a:r>
            <a:endParaRPr lang="en-US" sz="1200" dirty="0">
              <a:latin typeface="나눔스퀘어 네오 OTF Bold" panose="00000800000000000000" pitchFamily="50" charset="-127"/>
              <a:ea typeface="나눔스퀘어 네오 OTF Bold" panose="00000800000000000000" pitchFamily="50" charset="-127"/>
            </a:endParaRPr>
          </a:p>
        </p:txBody>
      </p:sp>
      <p:sp>
        <p:nvSpPr>
          <p:cNvPr id="39" name="Text 14">
            <a:extLst>
              <a:ext uri="{FF2B5EF4-FFF2-40B4-BE49-F238E27FC236}">
                <a16:creationId xmlns:a16="http://schemas.microsoft.com/office/drawing/2014/main" id="{F4525612-F6A0-35F9-862E-1F398C2DB14D}"/>
              </a:ext>
            </a:extLst>
          </p:cNvPr>
          <p:cNvSpPr txBox="1"/>
          <p:nvPr/>
        </p:nvSpPr>
        <p:spPr>
          <a:xfrm>
            <a:off x="7523197" y="1675870"/>
            <a:ext cx="484023" cy="152400"/>
          </a:xfrm>
          <a:prstGeom prst="rect">
            <a:avLst/>
          </a:prstGeom>
          <a:noFill/>
          <a:ln/>
        </p:spPr>
        <p:txBody>
          <a:bodyPr wrap="square" lIns="0" tIns="0" rIns="0" bIns="0" rtlCol="0" anchor="ctr"/>
          <a:lstStyle/>
          <a:p>
            <a:pPr algn="ctr"/>
            <a:r>
              <a:rPr lang="en-US" sz="800" dirty="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계획</a:t>
            </a:r>
            <a:r>
              <a:rPr lang="en-US" sz="800" dirty="0">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 </a:t>
            </a:r>
            <a:r>
              <a:rPr lang="en-US" sz="800" dirty="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대비</a:t>
            </a:r>
            <a:endParaRPr lang="en-US" sz="800" dirty="0">
              <a:latin typeface="나눔스퀘어 네오 OTF Light" panose="00000400000000000000" pitchFamily="50" charset="-127"/>
              <a:ea typeface="나눔스퀘어 네오 OTF Light" panose="00000400000000000000" pitchFamily="50" charset="-127"/>
            </a:endParaRPr>
          </a:p>
        </p:txBody>
      </p:sp>
      <p:sp>
        <p:nvSpPr>
          <p:cNvPr id="40" name="Text 15">
            <a:extLst>
              <a:ext uri="{FF2B5EF4-FFF2-40B4-BE49-F238E27FC236}">
                <a16:creationId xmlns:a16="http://schemas.microsoft.com/office/drawing/2014/main" id="{DF8EA5A2-C598-1310-1A44-C5E0DE8C6859}"/>
              </a:ext>
            </a:extLst>
          </p:cNvPr>
          <p:cNvSpPr txBox="1"/>
          <p:nvPr/>
        </p:nvSpPr>
        <p:spPr>
          <a:xfrm>
            <a:off x="7530208" y="1859970"/>
            <a:ext cx="470001" cy="228600"/>
          </a:xfrm>
          <a:prstGeom prst="rect">
            <a:avLst/>
          </a:prstGeom>
          <a:noFill/>
          <a:ln/>
        </p:spPr>
        <p:txBody>
          <a:bodyPr wrap="square" lIns="0" tIns="0" rIns="0" bIns="0" rtlCol="0" anchor="ctr"/>
          <a:lstStyle>
            <a:defPPr>
              <a:defRPr lang="ko-KR"/>
            </a:defPPr>
            <a:lvl1pPr>
              <a:defRPr sz="1200" b="1">
                <a:solidFill>
                  <a:srgbClr val="C00000"/>
                </a:solidFill>
                <a:latin typeface="Noto Sans KR" pitchFamily="34" charset="0"/>
                <a:ea typeface="Noto Sans KR" pitchFamily="34" charset="-122"/>
                <a:cs typeface="Noto Sans KR" pitchFamily="34" charset="-120"/>
              </a:defRPr>
            </a:lvl1pPr>
          </a:lstStyle>
          <a:p>
            <a:pPr algn="ctr"/>
            <a:r>
              <a:rPr lang="en-US" dirty="0">
                <a:latin typeface="나눔스퀘어 네오 OTF Bold" panose="00000800000000000000" pitchFamily="50" charset="-127"/>
                <a:ea typeface="나눔스퀘어 네오 OTF Bold" panose="00000800000000000000" pitchFamily="50" charset="-127"/>
              </a:rPr>
              <a:t>12%</a:t>
            </a:r>
          </a:p>
        </p:txBody>
      </p:sp>
      <p:sp>
        <p:nvSpPr>
          <p:cNvPr id="41" name="Text 91">
            <a:extLst>
              <a:ext uri="{FF2B5EF4-FFF2-40B4-BE49-F238E27FC236}">
                <a16:creationId xmlns:a16="http://schemas.microsoft.com/office/drawing/2014/main" id="{0D6D602F-75C4-4D47-F9A9-2660A35BEDDE}"/>
              </a:ext>
            </a:extLst>
          </p:cNvPr>
          <p:cNvSpPr txBox="1"/>
          <p:nvPr/>
        </p:nvSpPr>
        <p:spPr>
          <a:xfrm>
            <a:off x="10640781" y="1175789"/>
            <a:ext cx="714832" cy="185834"/>
          </a:xfrm>
          <a:prstGeom prst="rect">
            <a:avLst/>
          </a:prstGeom>
          <a:noFill/>
          <a:ln/>
        </p:spPr>
        <p:txBody>
          <a:bodyPr wrap="square" lIns="0" tIns="0" rIns="0" bIns="0" rtlCol="0" anchor="ctr"/>
          <a:lstStyle>
            <a:defPPr>
              <a:defRPr lang="ko-KR"/>
            </a:defPPr>
            <a:lvl1pPr>
              <a:defRPr sz="800" b="1">
                <a:solidFill>
                  <a:srgbClr val="C00000"/>
                </a:solidFill>
                <a:latin typeface="Noto Sans KR" pitchFamily="34" charset="0"/>
                <a:ea typeface="Noto Sans KR" pitchFamily="34" charset="-122"/>
                <a:cs typeface="Noto Sans KR" pitchFamily="34" charset="-120"/>
              </a:defRPr>
            </a:lvl1pPr>
          </a:lstStyle>
          <a:p>
            <a:pPr algn="ctr"/>
            <a:r>
              <a:rPr lang="en-US" dirty="0" err="1">
                <a:solidFill>
                  <a:srgbClr val="223862"/>
                </a:solidFill>
                <a:latin typeface="나눔스퀘어 네오 OTF Bold" panose="00000800000000000000" pitchFamily="50" charset="-127"/>
                <a:ea typeface="나눔스퀘어 네오 OTF Bold" panose="00000800000000000000" pitchFamily="50" charset="-127"/>
              </a:rPr>
              <a:t>비중</a:t>
            </a:r>
            <a:r>
              <a:rPr lang="en-US" dirty="0">
                <a:solidFill>
                  <a:srgbClr val="223862"/>
                </a:solidFill>
                <a:latin typeface="나눔스퀘어 네오 OTF Bold" panose="00000800000000000000" pitchFamily="50" charset="-127"/>
                <a:ea typeface="나눔스퀘어 네오 OTF Bold" panose="00000800000000000000" pitchFamily="50" charset="-127"/>
              </a:rPr>
              <a:t> 12%(-3)</a:t>
            </a:r>
          </a:p>
        </p:txBody>
      </p:sp>
      <p:sp>
        <p:nvSpPr>
          <p:cNvPr id="42" name="Text 16">
            <a:extLst>
              <a:ext uri="{FF2B5EF4-FFF2-40B4-BE49-F238E27FC236}">
                <a16:creationId xmlns:a16="http://schemas.microsoft.com/office/drawing/2014/main" id="{DB53C976-BF17-1D54-2692-8466AE81E346}"/>
              </a:ext>
            </a:extLst>
          </p:cNvPr>
          <p:cNvSpPr txBox="1"/>
          <p:nvPr/>
        </p:nvSpPr>
        <p:spPr>
          <a:xfrm>
            <a:off x="8567302" y="1580031"/>
            <a:ext cx="1886103" cy="178003"/>
          </a:xfrm>
          <a:prstGeom prst="rect">
            <a:avLst/>
          </a:prstGeom>
          <a:noFill/>
          <a:ln/>
        </p:spPr>
        <p:txBody>
          <a:bodyPr wrap="square" lIns="0" tIns="0" rIns="0" bIns="0" rtlCol="0" anchor="ctr"/>
          <a:lstStyle/>
          <a:p>
            <a:r>
              <a:rPr lang="en-US" sz="933"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TOP 3</a:t>
            </a:r>
            <a:endParaRPr lang="en-US" sz="933" dirty="0">
              <a:latin typeface="나눔스퀘어 네오 OTF Bold" panose="00000800000000000000" pitchFamily="50" charset="-127"/>
              <a:ea typeface="나눔스퀘어 네오 OTF Bold" panose="00000800000000000000" pitchFamily="50" charset="-127"/>
            </a:endParaRPr>
          </a:p>
        </p:txBody>
      </p:sp>
      <p:pic>
        <p:nvPicPr>
          <p:cNvPr id="43" name="Image 2" descr="preencoded.png">
            <a:extLst>
              <a:ext uri="{FF2B5EF4-FFF2-40B4-BE49-F238E27FC236}">
                <a16:creationId xmlns:a16="http://schemas.microsoft.com/office/drawing/2014/main" id="{8FA3EDD1-939C-5137-D117-1E7DED3478ED}"/>
              </a:ext>
            </a:extLst>
          </p:cNvPr>
          <p:cNvPicPr>
            <a:picLocks noChangeAspect="1"/>
          </p:cNvPicPr>
          <p:nvPr/>
        </p:nvPicPr>
        <p:blipFill>
          <a:blip r:embed="rId3"/>
          <a:srcRect t="-856" b="-856"/>
          <a:stretch/>
        </p:blipFill>
        <p:spPr>
          <a:xfrm>
            <a:off x="8383202" y="1608682"/>
            <a:ext cx="133503" cy="120701"/>
          </a:xfrm>
          <a:prstGeom prst="rect">
            <a:avLst/>
          </a:prstGeom>
        </p:spPr>
      </p:pic>
      <p:sp>
        <p:nvSpPr>
          <p:cNvPr id="45" name="Text 17">
            <a:extLst>
              <a:ext uri="{FF2B5EF4-FFF2-40B4-BE49-F238E27FC236}">
                <a16:creationId xmlns:a16="http://schemas.microsoft.com/office/drawing/2014/main" id="{A29AAAD5-1144-8BEA-5793-A8136EE8CC12}"/>
              </a:ext>
            </a:extLst>
          </p:cNvPr>
          <p:cNvSpPr txBox="1"/>
          <p:nvPr/>
        </p:nvSpPr>
        <p:spPr>
          <a:xfrm>
            <a:off x="7934526" y="2715235"/>
            <a:ext cx="2946807" cy="178003"/>
          </a:xfrm>
          <a:prstGeom prst="rect">
            <a:avLst/>
          </a:prstGeom>
          <a:noFill/>
          <a:ln/>
        </p:spPr>
        <p:txBody>
          <a:bodyPr wrap="square" lIns="0" tIns="0" rIns="0" bIns="0" rtlCol="0" anchor="ctr"/>
          <a:lstStyle/>
          <a:p>
            <a:r>
              <a:rPr lang="en-US" sz="933"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933" b="1" dirty="0" err="1">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주요</a:t>
            </a:r>
            <a:r>
              <a:rPr lang="en-US" sz="933"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933" b="1" dirty="0" err="1">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진행사항</a:t>
            </a:r>
            <a:endParaRPr lang="en-US" sz="933" dirty="0">
              <a:latin typeface="나눔스퀘어 네오 OTF Bold" panose="00000800000000000000" pitchFamily="50" charset="-127"/>
              <a:ea typeface="나눔스퀘어 네오 OTF Bold" panose="00000800000000000000" pitchFamily="50" charset="-127"/>
            </a:endParaRPr>
          </a:p>
        </p:txBody>
      </p:sp>
      <p:pic>
        <p:nvPicPr>
          <p:cNvPr id="46" name="Image 7" descr="preencoded.png">
            <a:extLst>
              <a:ext uri="{FF2B5EF4-FFF2-40B4-BE49-F238E27FC236}">
                <a16:creationId xmlns:a16="http://schemas.microsoft.com/office/drawing/2014/main" id="{36EF193C-1EAF-568F-55BD-02A3A4AA36CD}"/>
              </a:ext>
            </a:extLst>
          </p:cNvPr>
          <p:cNvPicPr>
            <a:picLocks noChangeAspect="1"/>
          </p:cNvPicPr>
          <p:nvPr/>
        </p:nvPicPr>
        <p:blipFill>
          <a:blip r:embed="rId4"/>
          <a:srcRect/>
          <a:stretch/>
        </p:blipFill>
        <p:spPr>
          <a:xfrm>
            <a:off x="7781008" y="2748799"/>
            <a:ext cx="120701" cy="120701"/>
          </a:xfrm>
          <a:prstGeom prst="rect">
            <a:avLst/>
          </a:prstGeom>
        </p:spPr>
      </p:pic>
      <p:sp>
        <p:nvSpPr>
          <p:cNvPr id="47" name="Text 15">
            <a:extLst>
              <a:ext uri="{FF2B5EF4-FFF2-40B4-BE49-F238E27FC236}">
                <a16:creationId xmlns:a16="http://schemas.microsoft.com/office/drawing/2014/main" id="{BAB45306-3D1B-A092-B5AD-BF281BAF71E8}"/>
              </a:ext>
            </a:extLst>
          </p:cNvPr>
          <p:cNvSpPr txBox="1"/>
          <p:nvPr/>
        </p:nvSpPr>
        <p:spPr>
          <a:xfrm>
            <a:off x="6576800" y="2185108"/>
            <a:ext cx="832017" cy="168695"/>
          </a:xfrm>
          <a:prstGeom prst="rect">
            <a:avLst/>
          </a:prstGeom>
          <a:noFill/>
          <a:ln/>
        </p:spPr>
        <p:txBody>
          <a:bodyPr wrap="square" lIns="0" tIns="0" rIns="0" bIns="0" rtlCol="0" anchor="ctr"/>
          <a:lstStyle>
            <a:defPPr>
              <a:defRPr lang="ko-KR"/>
            </a:defPPr>
            <a:lvl1pPr>
              <a:defRPr sz="800" b="1">
                <a:solidFill>
                  <a:srgbClr val="385723"/>
                </a:solidFill>
                <a:latin typeface="+mn-ea"/>
                <a:cs typeface="Noto Sans KR" pitchFamily="34" charset="-120"/>
              </a:defRPr>
            </a:lvl1pPr>
          </a:lstStyle>
          <a:p>
            <a:r>
              <a:rPr lang="en-US" dirty="0">
                <a:solidFill>
                  <a:srgbClr val="C00000"/>
                </a:solidFill>
                <a:latin typeface="나눔스퀘어 네오 OTF Bold" panose="00000800000000000000" pitchFamily="50" charset="-127"/>
                <a:ea typeface="나눔스퀘어 네오 OTF Bold" panose="00000800000000000000" pitchFamily="50" charset="-127"/>
              </a:rPr>
              <a:t> </a:t>
            </a:r>
            <a:r>
              <a:rPr lang="en-US" dirty="0" err="1">
                <a:solidFill>
                  <a:srgbClr val="C00000"/>
                </a:solidFill>
                <a:latin typeface="나눔스퀘어 네오 OTF Bold" panose="00000800000000000000" pitchFamily="50" charset="-127"/>
                <a:ea typeface="나눔스퀘어 네오 OTF Bold" panose="00000800000000000000" pitchFamily="50" charset="-127"/>
              </a:rPr>
              <a:t>전년비</a:t>
            </a:r>
            <a:r>
              <a:rPr lang="en-US" dirty="0">
                <a:solidFill>
                  <a:srgbClr val="C00000"/>
                </a:solidFill>
                <a:latin typeface="나눔스퀘어 네오 OTF Bold" panose="00000800000000000000" pitchFamily="50" charset="-127"/>
                <a:ea typeface="나눔스퀘어 네오 OTF Bold" panose="00000800000000000000" pitchFamily="50" charset="-127"/>
              </a:rPr>
              <a:t> </a:t>
            </a:r>
            <a:r>
              <a:rPr lang="ko-KR" altLang="en-US" dirty="0">
                <a:solidFill>
                  <a:srgbClr val="C00000"/>
                </a:solidFill>
                <a:latin typeface="나눔스퀘어 네오 OTF Bold" panose="00000800000000000000" pitchFamily="50" charset="-127"/>
                <a:ea typeface="나눔스퀘어 네오 OTF Bold" panose="00000800000000000000" pitchFamily="50" charset="-127"/>
              </a:rPr>
              <a:t>▼ </a:t>
            </a:r>
            <a:r>
              <a:rPr lang="en-US" altLang="ko-KR" dirty="0">
                <a:solidFill>
                  <a:srgbClr val="C00000"/>
                </a:solidFill>
                <a:latin typeface="나눔스퀘어 네오 OTF Bold" panose="00000800000000000000" pitchFamily="50" charset="-127"/>
                <a:ea typeface="나눔스퀘어 네오 OTF Bold" panose="00000800000000000000" pitchFamily="50" charset="-127"/>
              </a:rPr>
              <a:t>-17</a:t>
            </a:r>
            <a:r>
              <a:rPr lang="en-US" dirty="0">
                <a:solidFill>
                  <a:srgbClr val="C00000"/>
                </a:solidFill>
                <a:latin typeface="나눔스퀘어 네오 OTF Bold" panose="00000800000000000000" pitchFamily="50" charset="-127"/>
                <a:ea typeface="나눔스퀘어 네오 OTF Bold" panose="00000800000000000000" pitchFamily="50" charset="-127"/>
              </a:rPr>
              <a:t>%</a:t>
            </a:r>
          </a:p>
        </p:txBody>
      </p:sp>
      <p:graphicFrame>
        <p:nvGraphicFramePr>
          <p:cNvPr id="52" name="Chart 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2400255748"/>
              </p:ext>
            </p:extLst>
          </p:nvPr>
        </p:nvGraphicFramePr>
        <p:xfrm>
          <a:off x="4373108" y="2168951"/>
          <a:ext cx="3450392" cy="3450392"/>
        </p:xfrm>
        <a:graphic>
          <a:graphicData uri="http://schemas.openxmlformats.org/drawingml/2006/chart">
            <c:chart xmlns:c="http://schemas.openxmlformats.org/drawingml/2006/chart" xmlns:r="http://schemas.openxmlformats.org/officeDocument/2006/relationships" r:id="rId13"/>
          </a:graphicData>
        </a:graphic>
      </p:graphicFrame>
      <p:sp>
        <p:nvSpPr>
          <p:cNvPr id="98" name="평행 사변형 97">
            <a:extLst>
              <a:ext uri="{FF2B5EF4-FFF2-40B4-BE49-F238E27FC236}">
                <a16:creationId xmlns:a16="http://schemas.microsoft.com/office/drawing/2014/main" id="{3AFB86F2-C0DE-7BC2-C4E7-43C7571D07DB}"/>
              </a:ext>
            </a:extLst>
          </p:cNvPr>
          <p:cNvSpPr/>
          <p:nvPr/>
        </p:nvSpPr>
        <p:spPr>
          <a:xfrm rot="10800000">
            <a:off x="7637058" y="1081044"/>
            <a:ext cx="1002826" cy="357323"/>
          </a:xfrm>
          <a:prstGeom prst="parallelogram">
            <a:avLst>
              <a:gd name="adj" fmla="val 10414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Shape 31">
            <a:extLst>
              <a:ext uri="{FF2B5EF4-FFF2-40B4-BE49-F238E27FC236}">
                <a16:creationId xmlns:a16="http://schemas.microsoft.com/office/drawing/2014/main" id="{2D24D2BE-CE2D-5300-667D-666E3A22C04B}"/>
              </a:ext>
            </a:extLst>
          </p:cNvPr>
          <p:cNvSpPr/>
          <p:nvPr/>
        </p:nvSpPr>
        <p:spPr>
          <a:xfrm>
            <a:off x="2657232" y="3805688"/>
            <a:ext cx="825216" cy="263144"/>
          </a:xfrm>
          <a:prstGeom prst="roundRect">
            <a:avLst>
              <a:gd name="adj" fmla="val 41542"/>
            </a:avLst>
          </a:prstGeom>
          <a:solidFill>
            <a:schemeClr val="tx2">
              <a:lumMod val="20000"/>
              <a:lumOff val="80000"/>
            </a:schemeClr>
          </a:solidFill>
          <a:ln w="12700">
            <a:noFill/>
            <a:prstDash val="solid"/>
          </a:ln>
        </p:spPr>
        <p:txBody>
          <a:bodyPr/>
          <a:lstStyle/>
          <a:p>
            <a:endParaRPr lang="ko-KR" altLang="en-US" sz="1200">
              <a:latin typeface="+mn-ea"/>
            </a:endParaRPr>
          </a:p>
        </p:txBody>
      </p:sp>
      <p:sp>
        <p:nvSpPr>
          <p:cNvPr id="103" name="Shape 8">
            <a:extLst>
              <a:ext uri="{FF2B5EF4-FFF2-40B4-BE49-F238E27FC236}">
                <a16:creationId xmlns:a16="http://schemas.microsoft.com/office/drawing/2014/main" id="{6F7E26D4-D86B-5F93-7C87-4922F1A08ED5}"/>
              </a:ext>
            </a:extLst>
          </p:cNvPr>
          <p:cNvSpPr/>
          <p:nvPr/>
        </p:nvSpPr>
        <p:spPr>
          <a:xfrm>
            <a:off x="937989" y="5324635"/>
            <a:ext cx="3960000" cy="6096"/>
          </a:xfrm>
          <a:prstGeom prst="rect">
            <a:avLst/>
          </a:prstGeom>
          <a:solidFill>
            <a:schemeClr val="bg2">
              <a:lumMod val="90000"/>
            </a:schemeClr>
          </a:solidFill>
          <a:ln w="12700">
            <a:solidFill>
              <a:schemeClr val="bg2">
                <a:lumMod val="90000"/>
              </a:schemeClr>
            </a:solidFill>
            <a:prstDash val="solid"/>
          </a:ln>
        </p:spPr>
        <p:txBody>
          <a:bodyPr/>
          <a:lstStyle/>
          <a:p>
            <a:endParaRPr lang="ko-KR" altLang="en-US" sz="1200">
              <a:latin typeface="+mn-ea"/>
            </a:endParaRPr>
          </a:p>
        </p:txBody>
      </p:sp>
      <p:sp>
        <p:nvSpPr>
          <p:cNvPr id="104" name="Text 9">
            <a:extLst>
              <a:ext uri="{FF2B5EF4-FFF2-40B4-BE49-F238E27FC236}">
                <a16:creationId xmlns:a16="http://schemas.microsoft.com/office/drawing/2014/main" id="{F0FDCEEB-A8CF-E47A-E063-2AA08DA594C8}"/>
              </a:ext>
            </a:extLst>
          </p:cNvPr>
          <p:cNvSpPr txBox="1"/>
          <p:nvPr/>
        </p:nvSpPr>
        <p:spPr>
          <a:xfrm>
            <a:off x="1200004" y="3805661"/>
            <a:ext cx="817474" cy="279807"/>
          </a:xfrm>
          <a:prstGeom prst="rect">
            <a:avLst/>
          </a:prstGeom>
          <a:noFill/>
          <a:ln/>
        </p:spPr>
        <p:txBody>
          <a:bodyPr wrap="square" lIns="0" tIns="0" rIns="0" bIns="0" rtlCol="0" anchor="ctr"/>
          <a:lstStyle/>
          <a:p>
            <a:r>
              <a:rPr lang="en-US" sz="1400" dirty="0">
                <a:solidFill>
                  <a:schemeClr val="bg1"/>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ko-KR" altLang="en-US" sz="1400" dirty="0">
                <a:solidFill>
                  <a:schemeClr val="bg1"/>
                </a:solidFill>
                <a:latin typeface="나눔스퀘어 네오 OTF Bold" panose="00000800000000000000" pitchFamily="50" charset="-127"/>
                <a:ea typeface="나눔스퀘어 네오 OTF Bold" panose="00000800000000000000" pitchFamily="50" charset="-127"/>
                <a:cs typeface="Noto Sans KR" pitchFamily="34" charset="-120"/>
              </a:rPr>
              <a:t>오프라인</a:t>
            </a:r>
            <a:endParaRPr lang="en-US" sz="1400" dirty="0">
              <a:solidFill>
                <a:schemeClr val="bg1"/>
              </a:solidFill>
              <a:latin typeface="나눔스퀘어 네오 OTF Bold" panose="00000800000000000000" pitchFamily="50" charset="-127"/>
              <a:ea typeface="나눔스퀘어 네오 OTF Bold" panose="00000800000000000000" pitchFamily="50" charset="-127"/>
            </a:endParaRPr>
          </a:p>
        </p:txBody>
      </p:sp>
      <p:sp>
        <p:nvSpPr>
          <p:cNvPr id="105" name="Shape 11">
            <a:extLst>
              <a:ext uri="{FF2B5EF4-FFF2-40B4-BE49-F238E27FC236}">
                <a16:creationId xmlns:a16="http://schemas.microsoft.com/office/drawing/2014/main" id="{24B17578-98E3-1B62-7EC6-47717CC84E52}"/>
              </a:ext>
            </a:extLst>
          </p:cNvPr>
          <p:cNvSpPr/>
          <p:nvPr/>
        </p:nvSpPr>
        <p:spPr>
          <a:xfrm>
            <a:off x="920747" y="4276831"/>
            <a:ext cx="1634687" cy="879983"/>
          </a:xfrm>
          <a:prstGeom prst="roundRect">
            <a:avLst>
              <a:gd name="adj" fmla="val 8166"/>
            </a:avLst>
          </a:prstGeom>
          <a:solidFill>
            <a:srgbClr val="FFFFFF"/>
          </a:solidFill>
          <a:ln w="12700">
            <a:solidFill>
              <a:schemeClr val="bg1">
                <a:lumMod val="95000"/>
              </a:schemeClr>
            </a:solidFill>
            <a:prstDash val="solid"/>
          </a:ln>
        </p:spPr>
        <p:txBody>
          <a:bodyPr/>
          <a:lstStyle/>
          <a:p>
            <a:endParaRPr lang="ko-KR" altLang="en-US" sz="1200">
              <a:latin typeface="+mn-ea"/>
            </a:endParaRPr>
          </a:p>
        </p:txBody>
      </p:sp>
      <p:sp>
        <p:nvSpPr>
          <p:cNvPr id="106" name="Text 12">
            <a:extLst>
              <a:ext uri="{FF2B5EF4-FFF2-40B4-BE49-F238E27FC236}">
                <a16:creationId xmlns:a16="http://schemas.microsoft.com/office/drawing/2014/main" id="{87266AAD-FDBF-59C5-2712-2EB55F0DCF07}"/>
              </a:ext>
            </a:extLst>
          </p:cNvPr>
          <p:cNvSpPr txBox="1"/>
          <p:nvPr/>
        </p:nvSpPr>
        <p:spPr>
          <a:xfrm>
            <a:off x="967128" y="4394573"/>
            <a:ext cx="484023" cy="152400"/>
          </a:xfrm>
          <a:prstGeom prst="rect">
            <a:avLst/>
          </a:prstGeom>
          <a:noFill/>
          <a:ln/>
        </p:spPr>
        <p:txBody>
          <a:bodyPr wrap="square" lIns="0" tIns="0" rIns="0" bIns="0" rtlCol="0" anchor="ctr"/>
          <a:lstStyle/>
          <a:p>
            <a:pPr algn="ctr"/>
            <a:r>
              <a:rPr lang="en-US" sz="800" dirty="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예상</a:t>
            </a:r>
            <a:r>
              <a:rPr lang="en-US" sz="800" dirty="0">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 </a:t>
            </a:r>
            <a:r>
              <a:rPr lang="en-US" sz="800" dirty="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매출</a:t>
            </a:r>
            <a:endParaRPr lang="en-US" sz="800" dirty="0">
              <a:latin typeface="나눔스퀘어 네오 OTF Light" panose="00000400000000000000" pitchFamily="50" charset="-127"/>
              <a:ea typeface="나눔스퀘어 네오 OTF Light" panose="00000400000000000000" pitchFamily="50" charset="-127"/>
            </a:endParaRPr>
          </a:p>
        </p:txBody>
      </p:sp>
      <p:sp>
        <p:nvSpPr>
          <p:cNvPr id="107" name="Text 13">
            <a:extLst>
              <a:ext uri="{FF2B5EF4-FFF2-40B4-BE49-F238E27FC236}">
                <a16:creationId xmlns:a16="http://schemas.microsoft.com/office/drawing/2014/main" id="{2946ADF7-2472-C3C3-E517-3ACA48FDE0BF}"/>
              </a:ext>
            </a:extLst>
          </p:cNvPr>
          <p:cNvSpPr txBox="1"/>
          <p:nvPr/>
        </p:nvSpPr>
        <p:spPr>
          <a:xfrm>
            <a:off x="887880" y="4578673"/>
            <a:ext cx="642519" cy="228600"/>
          </a:xfrm>
          <a:prstGeom prst="rect">
            <a:avLst/>
          </a:prstGeom>
          <a:noFill/>
          <a:ln/>
        </p:spPr>
        <p:txBody>
          <a:bodyPr wrap="square" lIns="0" tIns="0" rIns="0" bIns="0" rtlCol="0" anchor="ctr"/>
          <a:lstStyle/>
          <a:p>
            <a:pPr algn="ctr"/>
            <a:r>
              <a:rPr lang="en-US" sz="1200"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24</a:t>
            </a:r>
            <a:endParaRPr lang="en-US" sz="1200" dirty="0">
              <a:latin typeface="나눔스퀘어 네오 OTF Bold" panose="00000800000000000000" pitchFamily="50" charset="-127"/>
              <a:ea typeface="나눔스퀘어 네오 OTF Bold" panose="00000800000000000000" pitchFamily="50" charset="-127"/>
            </a:endParaRPr>
          </a:p>
        </p:txBody>
      </p:sp>
      <p:sp>
        <p:nvSpPr>
          <p:cNvPr id="108" name="Text 14">
            <a:extLst>
              <a:ext uri="{FF2B5EF4-FFF2-40B4-BE49-F238E27FC236}">
                <a16:creationId xmlns:a16="http://schemas.microsoft.com/office/drawing/2014/main" id="{99E744B5-1262-69AF-E1F5-262CDF97D494}"/>
              </a:ext>
            </a:extLst>
          </p:cNvPr>
          <p:cNvSpPr txBox="1"/>
          <p:nvPr/>
        </p:nvSpPr>
        <p:spPr>
          <a:xfrm>
            <a:off x="1988226" y="4385337"/>
            <a:ext cx="484023" cy="152400"/>
          </a:xfrm>
          <a:prstGeom prst="rect">
            <a:avLst/>
          </a:prstGeom>
          <a:noFill/>
          <a:ln/>
        </p:spPr>
        <p:txBody>
          <a:bodyPr wrap="square" lIns="0" tIns="0" rIns="0" bIns="0" rtlCol="0" anchor="ctr"/>
          <a:lstStyle/>
          <a:p>
            <a:pPr algn="ctr"/>
            <a:r>
              <a:rPr lang="en-US" sz="800" dirty="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계획</a:t>
            </a:r>
            <a:r>
              <a:rPr lang="en-US" sz="800" dirty="0">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 </a:t>
            </a:r>
            <a:r>
              <a:rPr lang="en-US" sz="800" dirty="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대비</a:t>
            </a:r>
            <a:endParaRPr lang="en-US" sz="800" dirty="0">
              <a:latin typeface="나눔스퀘어 네오 OTF Light" panose="00000400000000000000" pitchFamily="50" charset="-127"/>
              <a:ea typeface="나눔스퀘어 네오 OTF Light" panose="00000400000000000000" pitchFamily="50" charset="-127"/>
            </a:endParaRPr>
          </a:p>
        </p:txBody>
      </p:sp>
      <p:sp>
        <p:nvSpPr>
          <p:cNvPr id="109" name="Text 15">
            <a:extLst>
              <a:ext uri="{FF2B5EF4-FFF2-40B4-BE49-F238E27FC236}">
                <a16:creationId xmlns:a16="http://schemas.microsoft.com/office/drawing/2014/main" id="{20FCE1D4-3F9A-E375-FCF2-C71F271C0AC8}"/>
              </a:ext>
            </a:extLst>
          </p:cNvPr>
          <p:cNvSpPr txBox="1"/>
          <p:nvPr/>
        </p:nvSpPr>
        <p:spPr>
          <a:xfrm>
            <a:off x="1995237" y="4569437"/>
            <a:ext cx="470001" cy="228600"/>
          </a:xfrm>
          <a:prstGeom prst="rect">
            <a:avLst/>
          </a:prstGeom>
          <a:noFill/>
          <a:ln/>
        </p:spPr>
        <p:txBody>
          <a:bodyPr wrap="square" lIns="0" tIns="0" rIns="0" bIns="0" rtlCol="0" anchor="ctr"/>
          <a:lstStyle>
            <a:defPPr>
              <a:defRPr lang="ko-KR"/>
            </a:defPPr>
            <a:lvl1pPr>
              <a:defRPr sz="1200" b="1">
                <a:solidFill>
                  <a:srgbClr val="C00000"/>
                </a:solidFill>
                <a:latin typeface="Noto Sans KR" pitchFamily="34" charset="0"/>
                <a:ea typeface="Noto Sans KR" pitchFamily="34" charset="-122"/>
                <a:cs typeface="Noto Sans KR" pitchFamily="34" charset="-120"/>
              </a:defRPr>
            </a:lvl1pPr>
          </a:lstStyle>
          <a:p>
            <a:pPr algn="ctr"/>
            <a:r>
              <a:rPr lang="en-US" dirty="0">
                <a:latin typeface="나눔스퀘어 네오 OTF Bold" panose="00000800000000000000" pitchFamily="50" charset="-127"/>
                <a:ea typeface="나눔스퀘어 네오 OTF Bold" panose="00000800000000000000" pitchFamily="50" charset="-127"/>
              </a:rPr>
              <a:t>22%</a:t>
            </a:r>
          </a:p>
        </p:txBody>
      </p:sp>
      <p:sp>
        <p:nvSpPr>
          <p:cNvPr id="110" name="Text 91">
            <a:extLst>
              <a:ext uri="{FF2B5EF4-FFF2-40B4-BE49-F238E27FC236}">
                <a16:creationId xmlns:a16="http://schemas.microsoft.com/office/drawing/2014/main" id="{C1D42E96-FFD7-095C-ADA6-9C443F48E4B4}"/>
              </a:ext>
            </a:extLst>
          </p:cNvPr>
          <p:cNvSpPr txBox="1"/>
          <p:nvPr/>
        </p:nvSpPr>
        <p:spPr>
          <a:xfrm>
            <a:off x="2717098" y="3848352"/>
            <a:ext cx="714832" cy="185834"/>
          </a:xfrm>
          <a:prstGeom prst="rect">
            <a:avLst/>
          </a:prstGeom>
          <a:noFill/>
          <a:ln/>
        </p:spPr>
        <p:txBody>
          <a:bodyPr wrap="square" lIns="0" tIns="0" rIns="0" bIns="0" rtlCol="0" anchor="ctr"/>
          <a:lstStyle>
            <a:defPPr>
              <a:defRPr lang="ko-KR"/>
            </a:defPPr>
            <a:lvl1pPr>
              <a:defRPr sz="800" b="1">
                <a:solidFill>
                  <a:srgbClr val="C00000"/>
                </a:solidFill>
                <a:latin typeface="Noto Sans KR" pitchFamily="34" charset="0"/>
                <a:ea typeface="Noto Sans KR" pitchFamily="34" charset="-122"/>
                <a:cs typeface="Noto Sans KR" pitchFamily="34" charset="-120"/>
              </a:defRPr>
            </a:lvl1pPr>
          </a:lstStyle>
          <a:p>
            <a:pPr algn="ctr"/>
            <a:r>
              <a:rPr lang="en-US" dirty="0" err="1">
                <a:latin typeface="나눔스퀘어 네오 OTF Bold" panose="00000800000000000000" pitchFamily="50" charset="-127"/>
                <a:ea typeface="나눔스퀘어 네오 OTF Bold" panose="00000800000000000000" pitchFamily="50" charset="-127"/>
              </a:rPr>
              <a:t>비중</a:t>
            </a:r>
            <a:r>
              <a:rPr lang="en-US" dirty="0">
                <a:latin typeface="나눔스퀘어 네오 OTF Bold" panose="00000800000000000000" pitchFamily="50" charset="-127"/>
                <a:ea typeface="나눔스퀘어 네오 OTF Bold" panose="00000800000000000000" pitchFamily="50" charset="-127"/>
              </a:rPr>
              <a:t> 13%(+3)</a:t>
            </a:r>
          </a:p>
        </p:txBody>
      </p:sp>
      <p:sp>
        <p:nvSpPr>
          <p:cNvPr id="111" name="Text 16">
            <a:extLst>
              <a:ext uri="{FF2B5EF4-FFF2-40B4-BE49-F238E27FC236}">
                <a16:creationId xmlns:a16="http://schemas.microsoft.com/office/drawing/2014/main" id="{DBC91BFB-E8F2-721A-A6F0-2CF0FBB1B7A2}"/>
              </a:ext>
            </a:extLst>
          </p:cNvPr>
          <p:cNvSpPr txBox="1"/>
          <p:nvPr/>
        </p:nvSpPr>
        <p:spPr>
          <a:xfrm>
            <a:off x="3013859" y="4298734"/>
            <a:ext cx="1886103" cy="178003"/>
          </a:xfrm>
          <a:prstGeom prst="rect">
            <a:avLst/>
          </a:prstGeom>
          <a:noFill/>
          <a:ln/>
        </p:spPr>
        <p:txBody>
          <a:bodyPr wrap="square" lIns="0" tIns="0" rIns="0" bIns="0" rtlCol="0" anchor="ctr"/>
          <a:lstStyle/>
          <a:p>
            <a:r>
              <a:rPr lang="en-US" sz="933"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TOP 3</a:t>
            </a:r>
            <a:endParaRPr lang="en-US" sz="933" dirty="0">
              <a:latin typeface="나눔스퀘어 네오 OTF Bold" panose="00000800000000000000" pitchFamily="50" charset="-127"/>
              <a:ea typeface="나눔스퀘어 네오 OTF Bold" panose="00000800000000000000" pitchFamily="50" charset="-127"/>
            </a:endParaRPr>
          </a:p>
        </p:txBody>
      </p:sp>
      <p:pic>
        <p:nvPicPr>
          <p:cNvPr id="112" name="Image 2" descr="preencoded.png">
            <a:extLst>
              <a:ext uri="{FF2B5EF4-FFF2-40B4-BE49-F238E27FC236}">
                <a16:creationId xmlns:a16="http://schemas.microsoft.com/office/drawing/2014/main" id="{804150D4-7389-BA34-034D-5F04C8D1AFEF}"/>
              </a:ext>
            </a:extLst>
          </p:cNvPr>
          <p:cNvPicPr>
            <a:picLocks noChangeAspect="1"/>
          </p:cNvPicPr>
          <p:nvPr/>
        </p:nvPicPr>
        <p:blipFill>
          <a:blip r:embed="rId3"/>
          <a:srcRect t="-856" b="-856"/>
          <a:stretch/>
        </p:blipFill>
        <p:spPr>
          <a:xfrm>
            <a:off x="2829759" y="4327385"/>
            <a:ext cx="133503" cy="120701"/>
          </a:xfrm>
          <a:prstGeom prst="rect">
            <a:avLst/>
          </a:prstGeom>
        </p:spPr>
      </p:pic>
      <p:sp>
        <p:nvSpPr>
          <p:cNvPr id="114" name="Text 17">
            <a:extLst>
              <a:ext uri="{FF2B5EF4-FFF2-40B4-BE49-F238E27FC236}">
                <a16:creationId xmlns:a16="http://schemas.microsoft.com/office/drawing/2014/main" id="{22A46B96-D4A8-C66B-0F4B-65AE60153748}"/>
              </a:ext>
            </a:extLst>
          </p:cNvPr>
          <p:cNvSpPr txBox="1"/>
          <p:nvPr/>
        </p:nvSpPr>
        <p:spPr>
          <a:xfrm>
            <a:off x="1115711" y="5378522"/>
            <a:ext cx="2946807" cy="178003"/>
          </a:xfrm>
          <a:prstGeom prst="rect">
            <a:avLst/>
          </a:prstGeom>
          <a:noFill/>
          <a:ln/>
        </p:spPr>
        <p:txBody>
          <a:bodyPr wrap="square" lIns="0" tIns="0" rIns="0" bIns="0" rtlCol="0" anchor="ctr"/>
          <a:lstStyle/>
          <a:p>
            <a:r>
              <a:rPr lang="en-US" sz="933"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933" b="1" dirty="0" err="1">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주요</a:t>
            </a:r>
            <a:r>
              <a:rPr lang="en-US" sz="933"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933" b="1" dirty="0" err="1">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진행사항</a:t>
            </a:r>
            <a:endParaRPr lang="en-US" sz="933" dirty="0">
              <a:latin typeface="나눔스퀘어 네오 OTF Bold" panose="00000800000000000000" pitchFamily="50" charset="-127"/>
              <a:ea typeface="나눔스퀘어 네오 OTF Bold" panose="00000800000000000000" pitchFamily="50" charset="-127"/>
            </a:endParaRPr>
          </a:p>
        </p:txBody>
      </p:sp>
      <p:pic>
        <p:nvPicPr>
          <p:cNvPr id="115" name="Image 7" descr="preencoded.png">
            <a:extLst>
              <a:ext uri="{FF2B5EF4-FFF2-40B4-BE49-F238E27FC236}">
                <a16:creationId xmlns:a16="http://schemas.microsoft.com/office/drawing/2014/main" id="{F95E09B9-A2AF-D4CD-6F3B-C8CB277F5410}"/>
              </a:ext>
            </a:extLst>
          </p:cNvPr>
          <p:cNvPicPr>
            <a:picLocks noChangeAspect="1"/>
          </p:cNvPicPr>
          <p:nvPr/>
        </p:nvPicPr>
        <p:blipFill>
          <a:blip r:embed="rId4"/>
          <a:srcRect/>
          <a:stretch/>
        </p:blipFill>
        <p:spPr>
          <a:xfrm>
            <a:off x="962193" y="5412086"/>
            <a:ext cx="120701" cy="120701"/>
          </a:xfrm>
          <a:prstGeom prst="rect">
            <a:avLst/>
          </a:prstGeom>
        </p:spPr>
      </p:pic>
      <p:sp>
        <p:nvSpPr>
          <p:cNvPr id="128" name="Shape 31">
            <a:extLst>
              <a:ext uri="{FF2B5EF4-FFF2-40B4-BE49-F238E27FC236}">
                <a16:creationId xmlns:a16="http://schemas.microsoft.com/office/drawing/2014/main" id="{5CFED224-AEB8-549D-BB20-673DEF1C1ACA}"/>
              </a:ext>
            </a:extLst>
          </p:cNvPr>
          <p:cNvSpPr/>
          <p:nvPr/>
        </p:nvSpPr>
        <p:spPr>
          <a:xfrm>
            <a:off x="10608001" y="3814712"/>
            <a:ext cx="825216" cy="263144"/>
          </a:xfrm>
          <a:prstGeom prst="roundRect">
            <a:avLst>
              <a:gd name="adj" fmla="val 41542"/>
            </a:avLst>
          </a:prstGeom>
          <a:solidFill>
            <a:schemeClr val="tx2">
              <a:lumMod val="75000"/>
            </a:schemeClr>
          </a:solidFill>
          <a:ln w="12700">
            <a:noFill/>
            <a:prstDash val="solid"/>
          </a:ln>
        </p:spPr>
        <p:txBody>
          <a:bodyPr/>
          <a:lstStyle/>
          <a:p>
            <a:endParaRPr lang="ko-KR" altLang="en-US" sz="1200">
              <a:latin typeface="+mn-ea"/>
            </a:endParaRPr>
          </a:p>
        </p:txBody>
      </p:sp>
      <p:sp>
        <p:nvSpPr>
          <p:cNvPr id="129" name="Shape 11">
            <a:extLst>
              <a:ext uri="{FF2B5EF4-FFF2-40B4-BE49-F238E27FC236}">
                <a16:creationId xmlns:a16="http://schemas.microsoft.com/office/drawing/2014/main" id="{8F01358C-ECA3-4A6D-9CD6-C759C1E848D7}"/>
              </a:ext>
            </a:extLst>
          </p:cNvPr>
          <p:cNvSpPr/>
          <p:nvPr/>
        </p:nvSpPr>
        <p:spPr>
          <a:xfrm>
            <a:off x="9198881" y="4274162"/>
            <a:ext cx="2117537" cy="894560"/>
          </a:xfrm>
          <a:prstGeom prst="roundRect">
            <a:avLst>
              <a:gd name="adj" fmla="val 8166"/>
            </a:avLst>
          </a:prstGeom>
          <a:solidFill>
            <a:srgbClr val="FFFFFF"/>
          </a:solidFill>
          <a:ln w="12700">
            <a:solidFill>
              <a:schemeClr val="bg1">
                <a:lumMod val="95000"/>
              </a:schemeClr>
            </a:solidFill>
            <a:prstDash val="solid"/>
          </a:ln>
        </p:spPr>
        <p:txBody>
          <a:bodyPr/>
          <a:lstStyle/>
          <a:p>
            <a:endParaRPr lang="ko-KR" altLang="en-US" sz="1200">
              <a:latin typeface="+mn-ea"/>
            </a:endParaRPr>
          </a:p>
        </p:txBody>
      </p:sp>
      <p:sp>
        <p:nvSpPr>
          <p:cNvPr id="131" name="Text 9">
            <a:extLst>
              <a:ext uri="{FF2B5EF4-FFF2-40B4-BE49-F238E27FC236}">
                <a16:creationId xmlns:a16="http://schemas.microsoft.com/office/drawing/2014/main" id="{C1E9A897-17B1-33C4-4253-094A227AD4CF}"/>
              </a:ext>
            </a:extLst>
          </p:cNvPr>
          <p:cNvSpPr txBox="1"/>
          <p:nvPr/>
        </p:nvSpPr>
        <p:spPr>
          <a:xfrm>
            <a:off x="9139409" y="3819325"/>
            <a:ext cx="817474" cy="279807"/>
          </a:xfrm>
          <a:prstGeom prst="rect">
            <a:avLst/>
          </a:prstGeom>
          <a:noFill/>
          <a:ln/>
        </p:spPr>
        <p:txBody>
          <a:bodyPr wrap="square" lIns="0" tIns="0" rIns="0" bIns="0" rtlCol="0" anchor="ctr"/>
          <a:lstStyle/>
          <a:p>
            <a:r>
              <a:rPr lang="en-US" sz="1400" dirty="0">
                <a:solidFill>
                  <a:srgbClr val="223862"/>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ko-KR" altLang="en-US" sz="1400" dirty="0">
                <a:solidFill>
                  <a:srgbClr val="223862"/>
                </a:solidFill>
                <a:latin typeface="나눔스퀘어 네오 OTF Bold" panose="00000800000000000000" pitchFamily="50" charset="-127"/>
                <a:ea typeface="나눔스퀘어 네오 OTF Bold" panose="00000800000000000000" pitchFamily="50" charset="-127"/>
                <a:cs typeface="Noto Sans KR" pitchFamily="34" charset="-120"/>
              </a:rPr>
              <a:t>수출</a:t>
            </a:r>
            <a:endParaRPr lang="en-US" sz="1400" dirty="0">
              <a:solidFill>
                <a:srgbClr val="223862"/>
              </a:solidFill>
              <a:latin typeface="나눔스퀘어 네오 OTF Bold" panose="00000800000000000000" pitchFamily="50" charset="-127"/>
              <a:ea typeface="나눔스퀘어 네오 OTF Bold" panose="00000800000000000000" pitchFamily="50" charset="-127"/>
            </a:endParaRPr>
          </a:p>
        </p:txBody>
      </p:sp>
      <p:sp>
        <p:nvSpPr>
          <p:cNvPr id="132" name="Text 12">
            <a:extLst>
              <a:ext uri="{FF2B5EF4-FFF2-40B4-BE49-F238E27FC236}">
                <a16:creationId xmlns:a16="http://schemas.microsoft.com/office/drawing/2014/main" id="{605F8B04-0DEF-71D9-12C0-D0CD39759C0E}"/>
              </a:ext>
            </a:extLst>
          </p:cNvPr>
          <p:cNvSpPr txBox="1"/>
          <p:nvPr/>
        </p:nvSpPr>
        <p:spPr>
          <a:xfrm>
            <a:off x="7572892" y="4403637"/>
            <a:ext cx="484023" cy="152400"/>
          </a:xfrm>
          <a:prstGeom prst="rect">
            <a:avLst/>
          </a:prstGeom>
          <a:noFill/>
          <a:ln/>
        </p:spPr>
        <p:txBody>
          <a:bodyPr wrap="square" lIns="0" tIns="0" rIns="0" bIns="0" rtlCol="0" anchor="ctr"/>
          <a:lstStyle/>
          <a:p>
            <a:pPr algn="ctr"/>
            <a:r>
              <a:rPr lang="en-US" sz="80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예상</a:t>
            </a:r>
            <a:r>
              <a:rPr lang="en-US" sz="800">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 </a:t>
            </a:r>
            <a:r>
              <a:rPr lang="en-US" sz="80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매출</a:t>
            </a:r>
            <a:endParaRPr lang="en-US" sz="800">
              <a:latin typeface="나눔스퀘어 네오 OTF Light" panose="00000400000000000000" pitchFamily="50" charset="-127"/>
              <a:ea typeface="나눔스퀘어 네오 OTF Light" panose="00000400000000000000" pitchFamily="50" charset="-127"/>
            </a:endParaRPr>
          </a:p>
        </p:txBody>
      </p:sp>
      <p:sp>
        <p:nvSpPr>
          <p:cNvPr id="133" name="Text 13">
            <a:extLst>
              <a:ext uri="{FF2B5EF4-FFF2-40B4-BE49-F238E27FC236}">
                <a16:creationId xmlns:a16="http://schemas.microsoft.com/office/drawing/2014/main" id="{6C033A54-6A9A-8B82-A60C-E8BE50369A53}"/>
              </a:ext>
            </a:extLst>
          </p:cNvPr>
          <p:cNvSpPr txBox="1"/>
          <p:nvPr/>
        </p:nvSpPr>
        <p:spPr>
          <a:xfrm>
            <a:off x="7493644" y="4587737"/>
            <a:ext cx="642519" cy="228600"/>
          </a:xfrm>
          <a:prstGeom prst="rect">
            <a:avLst/>
          </a:prstGeom>
          <a:noFill/>
          <a:ln/>
        </p:spPr>
        <p:txBody>
          <a:bodyPr wrap="square" lIns="0" tIns="0" rIns="0" bIns="0" rtlCol="0" anchor="ctr"/>
          <a:lstStyle/>
          <a:p>
            <a:pPr algn="ctr"/>
            <a:r>
              <a:rPr lang="en-US" sz="1200" b="1" dirty="0">
                <a:solidFill>
                  <a:srgbClr val="203864"/>
                </a:solidFill>
                <a:latin typeface="나눔스퀘어 네오 OTF Bold" panose="00000800000000000000" pitchFamily="50" charset="-127"/>
                <a:ea typeface="나눔스퀘어 네오 OTF Bold" panose="00000800000000000000" pitchFamily="50" charset="-127"/>
              </a:rPr>
              <a:t>35</a:t>
            </a:r>
            <a:endParaRPr lang="en-US" sz="1200" dirty="0">
              <a:latin typeface="나눔스퀘어 네오 OTF Bold" panose="00000800000000000000" pitchFamily="50" charset="-127"/>
              <a:ea typeface="나눔스퀘어 네오 OTF Bold" panose="00000800000000000000" pitchFamily="50" charset="-127"/>
            </a:endParaRPr>
          </a:p>
        </p:txBody>
      </p:sp>
      <p:sp>
        <p:nvSpPr>
          <p:cNvPr id="134" name="Text 14">
            <a:extLst>
              <a:ext uri="{FF2B5EF4-FFF2-40B4-BE49-F238E27FC236}">
                <a16:creationId xmlns:a16="http://schemas.microsoft.com/office/drawing/2014/main" id="{7B91BC9E-C76A-FDF5-EEF5-BAC5EA456D53}"/>
              </a:ext>
            </a:extLst>
          </p:cNvPr>
          <p:cNvSpPr txBox="1"/>
          <p:nvPr/>
        </p:nvSpPr>
        <p:spPr>
          <a:xfrm>
            <a:off x="8566285" y="4403637"/>
            <a:ext cx="484023" cy="152400"/>
          </a:xfrm>
          <a:prstGeom prst="rect">
            <a:avLst/>
          </a:prstGeom>
          <a:noFill/>
          <a:ln/>
        </p:spPr>
        <p:txBody>
          <a:bodyPr wrap="square" lIns="0" tIns="0" rIns="0" bIns="0" rtlCol="0" anchor="ctr"/>
          <a:lstStyle/>
          <a:p>
            <a:pPr algn="ctr"/>
            <a:r>
              <a:rPr lang="en-US" sz="800" dirty="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계획</a:t>
            </a:r>
            <a:r>
              <a:rPr lang="en-US" sz="800" dirty="0">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 </a:t>
            </a:r>
            <a:r>
              <a:rPr lang="en-US" sz="800" dirty="0" err="1">
                <a:solidFill>
                  <a:srgbClr val="535353"/>
                </a:solidFill>
                <a:latin typeface="나눔스퀘어 네오 OTF Light" panose="00000400000000000000" pitchFamily="50" charset="-127"/>
                <a:ea typeface="나눔스퀘어 네오 OTF Light" panose="00000400000000000000" pitchFamily="50" charset="-127"/>
                <a:cs typeface="Noto Sans KR" pitchFamily="34" charset="-120"/>
              </a:rPr>
              <a:t>대비</a:t>
            </a:r>
            <a:endParaRPr lang="en-US" sz="800" dirty="0">
              <a:latin typeface="나눔스퀘어 네오 OTF Light" panose="00000400000000000000" pitchFamily="50" charset="-127"/>
              <a:ea typeface="나눔스퀘어 네오 OTF Light" panose="00000400000000000000" pitchFamily="50" charset="-127"/>
            </a:endParaRPr>
          </a:p>
        </p:txBody>
      </p:sp>
      <p:sp>
        <p:nvSpPr>
          <p:cNvPr id="135" name="Text 15">
            <a:extLst>
              <a:ext uri="{FF2B5EF4-FFF2-40B4-BE49-F238E27FC236}">
                <a16:creationId xmlns:a16="http://schemas.microsoft.com/office/drawing/2014/main" id="{3005E111-1159-31AD-2827-6A6B2B1CBA95}"/>
              </a:ext>
            </a:extLst>
          </p:cNvPr>
          <p:cNvSpPr txBox="1"/>
          <p:nvPr/>
        </p:nvSpPr>
        <p:spPr>
          <a:xfrm>
            <a:off x="8573296" y="4587737"/>
            <a:ext cx="470001" cy="228600"/>
          </a:xfrm>
          <a:prstGeom prst="rect">
            <a:avLst/>
          </a:prstGeom>
          <a:noFill/>
          <a:ln/>
        </p:spPr>
        <p:txBody>
          <a:bodyPr wrap="square" lIns="0" tIns="0" rIns="0" bIns="0" rtlCol="0" anchor="ctr"/>
          <a:lstStyle>
            <a:defPPr>
              <a:defRPr lang="ko-KR"/>
            </a:defPPr>
            <a:lvl1pPr>
              <a:defRPr sz="1200" b="1">
                <a:solidFill>
                  <a:srgbClr val="C00000"/>
                </a:solidFill>
                <a:latin typeface="Noto Sans KR" pitchFamily="34" charset="0"/>
                <a:ea typeface="Noto Sans KR" pitchFamily="34" charset="-122"/>
                <a:cs typeface="Noto Sans KR" pitchFamily="34" charset="-120"/>
              </a:defRPr>
            </a:lvl1pPr>
          </a:lstStyle>
          <a:p>
            <a:pPr algn="ctr"/>
            <a:r>
              <a:rPr lang="en-US" dirty="0">
                <a:latin typeface="나눔스퀘어 네오 OTF Bold" panose="00000800000000000000" pitchFamily="50" charset="-127"/>
                <a:ea typeface="나눔스퀘어 네오 OTF Bold" panose="00000800000000000000" pitchFamily="50" charset="-127"/>
              </a:rPr>
              <a:t>28%</a:t>
            </a:r>
          </a:p>
        </p:txBody>
      </p:sp>
      <p:sp>
        <p:nvSpPr>
          <p:cNvPr id="136" name="Text 91">
            <a:extLst>
              <a:ext uri="{FF2B5EF4-FFF2-40B4-BE49-F238E27FC236}">
                <a16:creationId xmlns:a16="http://schemas.microsoft.com/office/drawing/2014/main" id="{535B0378-AAFD-4B29-1329-C7A1295BABE3}"/>
              </a:ext>
            </a:extLst>
          </p:cNvPr>
          <p:cNvSpPr txBox="1"/>
          <p:nvPr/>
        </p:nvSpPr>
        <p:spPr>
          <a:xfrm>
            <a:off x="10667867" y="3857376"/>
            <a:ext cx="714832" cy="185834"/>
          </a:xfrm>
          <a:prstGeom prst="rect">
            <a:avLst/>
          </a:prstGeom>
          <a:noFill/>
          <a:ln/>
        </p:spPr>
        <p:txBody>
          <a:bodyPr wrap="square" lIns="0" tIns="0" rIns="0" bIns="0" rtlCol="0" anchor="ctr"/>
          <a:lstStyle>
            <a:defPPr>
              <a:defRPr lang="ko-KR"/>
            </a:defPPr>
            <a:lvl1pPr>
              <a:defRPr sz="800" b="1">
                <a:solidFill>
                  <a:srgbClr val="C00000"/>
                </a:solidFill>
                <a:latin typeface="Noto Sans KR" pitchFamily="34" charset="0"/>
                <a:ea typeface="Noto Sans KR" pitchFamily="34" charset="-122"/>
                <a:cs typeface="Noto Sans KR" pitchFamily="34" charset="-120"/>
              </a:defRPr>
            </a:lvl1pPr>
          </a:lstStyle>
          <a:p>
            <a:pPr algn="ctr"/>
            <a:r>
              <a:rPr lang="en-US" dirty="0" err="1">
                <a:solidFill>
                  <a:srgbClr val="D1D6E7"/>
                </a:solidFill>
                <a:latin typeface="나눔스퀘어 네오 OTF Bold" panose="00000800000000000000" pitchFamily="50" charset="-127"/>
                <a:ea typeface="나눔스퀘어 네오 OTF Bold" panose="00000800000000000000" pitchFamily="50" charset="-127"/>
              </a:rPr>
              <a:t>비중</a:t>
            </a:r>
            <a:r>
              <a:rPr lang="en-US" dirty="0">
                <a:solidFill>
                  <a:srgbClr val="D1D6E7"/>
                </a:solidFill>
                <a:latin typeface="나눔스퀘어 네오 OTF Bold" panose="00000800000000000000" pitchFamily="50" charset="-127"/>
                <a:ea typeface="나눔스퀘어 네오 OTF Bold" panose="00000800000000000000" pitchFamily="50" charset="-127"/>
              </a:rPr>
              <a:t> 18%(-3)</a:t>
            </a:r>
          </a:p>
        </p:txBody>
      </p:sp>
      <p:sp>
        <p:nvSpPr>
          <p:cNvPr id="137" name="Text 16">
            <a:extLst>
              <a:ext uri="{FF2B5EF4-FFF2-40B4-BE49-F238E27FC236}">
                <a16:creationId xmlns:a16="http://schemas.microsoft.com/office/drawing/2014/main" id="{EEE5632C-5B64-5C09-F855-91CE3D0B81D6}"/>
              </a:ext>
            </a:extLst>
          </p:cNvPr>
          <p:cNvSpPr txBox="1"/>
          <p:nvPr/>
        </p:nvSpPr>
        <p:spPr>
          <a:xfrm>
            <a:off x="9554972" y="4307798"/>
            <a:ext cx="1886103" cy="178003"/>
          </a:xfrm>
          <a:prstGeom prst="rect">
            <a:avLst/>
          </a:prstGeom>
          <a:noFill/>
          <a:ln/>
        </p:spPr>
        <p:txBody>
          <a:bodyPr wrap="square" lIns="0" tIns="0" rIns="0" bIns="0" rtlCol="0" anchor="ctr"/>
          <a:lstStyle/>
          <a:p>
            <a:r>
              <a:rPr lang="en-US" sz="933"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TOP 2</a:t>
            </a:r>
            <a:endParaRPr lang="en-US" sz="933" dirty="0">
              <a:latin typeface="나눔스퀘어 네오 OTF Bold" panose="00000800000000000000" pitchFamily="50" charset="-127"/>
              <a:ea typeface="나눔스퀘어 네오 OTF Bold" panose="00000800000000000000" pitchFamily="50" charset="-127"/>
            </a:endParaRPr>
          </a:p>
        </p:txBody>
      </p:sp>
      <p:pic>
        <p:nvPicPr>
          <p:cNvPr id="138" name="Image 2" descr="preencoded.png">
            <a:extLst>
              <a:ext uri="{FF2B5EF4-FFF2-40B4-BE49-F238E27FC236}">
                <a16:creationId xmlns:a16="http://schemas.microsoft.com/office/drawing/2014/main" id="{BEF47995-EC7D-D536-8BB5-15D5534E4BB1}"/>
              </a:ext>
            </a:extLst>
          </p:cNvPr>
          <p:cNvPicPr>
            <a:picLocks noChangeAspect="1"/>
          </p:cNvPicPr>
          <p:nvPr/>
        </p:nvPicPr>
        <p:blipFill>
          <a:blip r:embed="rId3"/>
          <a:srcRect t="-856" b="-856"/>
          <a:stretch/>
        </p:blipFill>
        <p:spPr>
          <a:xfrm>
            <a:off x="9370872" y="4336449"/>
            <a:ext cx="133503" cy="120701"/>
          </a:xfrm>
          <a:prstGeom prst="rect">
            <a:avLst/>
          </a:prstGeom>
        </p:spPr>
      </p:pic>
      <p:sp>
        <p:nvSpPr>
          <p:cNvPr id="142" name="Text 15">
            <a:extLst>
              <a:ext uri="{FF2B5EF4-FFF2-40B4-BE49-F238E27FC236}">
                <a16:creationId xmlns:a16="http://schemas.microsoft.com/office/drawing/2014/main" id="{E7A50B0C-3FC0-3955-290D-68E6AB959250}"/>
              </a:ext>
            </a:extLst>
          </p:cNvPr>
          <p:cNvSpPr txBox="1"/>
          <p:nvPr/>
        </p:nvSpPr>
        <p:spPr>
          <a:xfrm>
            <a:off x="7564469" y="4903639"/>
            <a:ext cx="832017" cy="168695"/>
          </a:xfrm>
          <a:prstGeom prst="rect">
            <a:avLst/>
          </a:prstGeom>
          <a:noFill/>
          <a:ln/>
        </p:spPr>
        <p:txBody>
          <a:bodyPr wrap="square" lIns="0" tIns="0" rIns="0" bIns="0" rtlCol="0" anchor="ctr"/>
          <a:lstStyle>
            <a:defPPr>
              <a:defRPr lang="ko-KR"/>
            </a:defPPr>
            <a:lvl1pPr>
              <a:defRPr sz="800" b="1">
                <a:solidFill>
                  <a:srgbClr val="385723"/>
                </a:solidFill>
                <a:latin typeface="+mn-ea"/>
                <a:cs typeface="Noto Sans KR" pitchFamily="34" charset="-120"/>
              </a:defRPr>
            </a:lvl1pPr>
          </a:lstStyle>
          <a:p>
            <a:r>
              <a:rPr lang="en-US" dirty="0">
                <a:latin typeface="나눔스퀘어 네오 OTF Bold" panose="00000800000000000000" pitchFamily="50" charset="-127"/>
                <a:ea typeface="나눔스퀘어 네오 OTF Bold" panose="00000800000000000000" pitchFamily="50" charset="-127"/>
              </a:rPr>
              <a:t> </a:t>
            </a:r>
            <a:r>
              <a:rPr lang="en-US" dirty="0" err="1">
                <a:latin typeface="나눔스퀘어 네오 OTF Bold" panose="00000800000000000000" pitchFamily="50" charset="-127"/>
                <a:ea typeface="나눔스퀘어 네오 OTF Bold" panose="00000800000000000000" pitchFamily="50" charset="-127"/>
              </a:rPr>
              <a:t>전년비</a:t>
            </a:r>
            <a:r>
              <a:rPr lang="en-US" dirty="0">
                <a:latin typeface="나눔스퀘어 네오 OTF Bold" panose="00000800000000000000" pitchFamily="50" charset="-127"/>
                <a:ea typeface="나눔스퀘어 네오 OTF Bold" panose="00000800000000000000" pitchFamily="50" charset="-127"/>
              </a:rPr>
              <a:t> </a:t>
            </a:r>
            <a:r>
              <a:rPr lang="en-US" altLang="ko-KR" dirty="0">
                <a:latin typeface="나눔스퀘어 네오 OTF Bold" panose="00000800000000000000" pitchFamily="50" charset="-127"/>
                <a:ea typeface="나눔스퀘어 네오 OTF Bold" panose="00000800000000000000" pitchFamily="50" charset="-127"/>
              </a:rPr>
              <a:t>▲ 6</a:t>
            </a:r>
            <a:r>
              <a:rPr lang="en-US" dirty="0">
                <a:latin typeface="나눔스퀘어 네오 OTF Bold" panose="00000800000000000000" pitchFamily="50" charset="-127"/>
                <a:ea typeface="나눔스퀘어 네오 OTF Bold" panose="00000800000000000000" pitchFamily="50" charset="-127"/>
              </a:rPr>
              <a:t>%</a:t>
            </a:r>
          </a:p>
        </p:txBody>
      </p:sp>
      <p:sp>
        <p:nvSpPr>
          <p:cNvPr id="157" name="TextBox 156">
            <a:extLst>
              <a:ext uri="{FF2B5EF4-FFF2-40B4-BE49-F238E27FC236}">
                <a16:creationId xmlns:a16="http://schemas.microsoft.com/office/drawing/2014/main" id="{9D7A0E1C-1064-C675-F6AF-24DDB69E759C}"/>
              </a:ext>
            </a:extLst>
          </p:cNvPr>
          <p:cNvSpPr txBox="1"/>
          <p:nvPr/>
        </p:nvSpPr>
        <p:spPr>
          <a:xfrm>
            <a:off x="5300766" y="3584204"/>
            <a:ext cx="1719194" cy="338554"/>
          </a:xfrm>
          <a:prstGeom prst="rect">
            <a:avLst/>
          </a:prstGeom>
          <a:noFill/>
        </p:spPr>
        <p:txBody>
          <a:bodyPr wrap="square" rtlCol="0">
            <a:spAutoFit/>
          </a:bodyPr>
          <a:lstStyle/>
          <a:p>
            <a:r>
              <a:rPr lang="ko-KR" altLang="en-US" sz="1600" dirty="0">
                <a:latin typeface="나눔스퀘어 네오 OTF Bold" panose="00000800000000000000" pitchFamily="50" charset="-127"/>
                <a:ea typeface="나눔스퀘어 네오 OTF Bold" panose="00000800000000000000" pitchFamily="50" charset="-127"/>
              </a:rPr>
              <a:t>채널별 매출 비중</a:t>
            </a:r>
          </a:p>
        </p:txBody>
      </p:sp>
      <p:sp>
        <p:nvSpPr>
          <p:cNvPr id="158" name="TextBox 157">
            <a:extLst>
              <a:ext uri="{FF2B5EF4-FFF2-40B4-BE49-F238E27FC236}">
                <a16:creationId xmlns:a16="http://schemas.microsoft.com/office/drawing/2014/main" id="{565A033C-B3AA-41BD-2AF0-5244CC78921D}"/>
              </a:ext>
            </a:extLst>
          </p:cNvPr>
          <p:cNvSpPr txBox="1"/>
          <p:nvPr/>
        </p:nvSpPr>
        <p:spPr>
          <a:xfrm>
            <a:off x="5615591" y="4005375"/>
            <a:ext cx="560381" cy="246221"/>
          </a:xfrm>
          <a:prstGeom prst="rect">
            <a:avLst/>
          </a:prstGeom>
          <a:noFill/>
        </p:spPr>
        <p:txBody>
          <a:bodyPr wrap="square" rtlCol="0">
            <a:spAutoFit/>
          </a:bodyPr>
          <a:lstStyle/>
          <a:p>
            <a:r>
              <a:rPr lang="ko-KR" altLang="en-US" sz="1000" dirty="0">
                <a:latin typeface="나눔스퀘어 네오 OTF Regular" panose="00000500000000000000" pitchFamily="50" charset="-127"/>
                <a:ea typeface="나눔스퀘어 네오 OTF Regular" panose="00000500000000000000" pitchFamily="50" charset="-127"/>
              </a:rPr>
              <a:t>온라인</a:t>
            </a:r>
          </a:p>
        </p:txBody>
      </p:sp>
      <p:sp>
        <p:nvSpPr>
          <p:cNvPr id="159" name="TextBox 158">
            <a:extLst>
              <a:ext uri="{FF2B5EF4-FFF2-40B4-BE49-F238E27FC236}">
                <a16:creationId xmlns:a16="http://schemas.microsoft.com/office/drawing/2014/main" id="{97F5F656-536F-07A0-F1F1-0981B9D2A2E9}"/>
              </a:ext>
            </a:extLst>
          </p:cNvPr>
          <p:cNvSpPr txBox="1"/>
          <p:nvPr/>
        </p:nvSpPr>
        <p:spPr>
          <a:xfrm>
            <a:off x="6292068" y="4001864"/>
            <a:ext cx="443856" cy="246221"/>
          </a:xfrm>
          <a:prstGeom prst="rect">
            <a:avLst/>
          </a:prstGeom>
          <a:noFill/>
        </p:spPr>
        <p:txBody>
          <a:bodyPr wrap="square" rtlCol="0">
            <a:spAutoFit/>
          </a:bodyPr>
          <a:lstStyle/>
          <a:p>
            <a:r>
              <a:rPr lang="ko-KR" altLang="en-US" sz="1000" dirty="0" err="1">
                <a:latin typeface="나눔스퀘어 네오 OTF Regular" panose="00000500000000000000" pitchFamily="50" charset="-127"/>
                <a:ea typeface="나눔스퀘어 네오 OTF Regular" panose="00000500000000000000" pitchFamily="50" charset="-127"/>
              </a:rPr>
              <a:t>왕홍</a:t>
            </a:r>
            <a:endParaRPr lang="ko-KR" altLang="en-US" sz="1000" dirty="0">
              <a:latin typeface="나눔스퀘어 네오 OTF Regular" panose="00000500000000000000" pitchFamily="50" charset="-127"/>
              <a:ea typeface="나눔스퀘어 네오 OTF Regular" panose="00000500000000000000" pitchFamily="50" charset="-127"/>
            </a:endParaRPr>
          </a:p>
        </p:txBody>
      </p:sp>
      <p:sp>
        <p:nvSpPr>
          <p:cNvPr id="160" name="TextBox 159">
            <a:extLst>
              <a:ext uri="{FF2B5EF4-FFF2-40B4-BE49-F238E27FC236}">
                <a16:creationId xmlns:a16="http://schemas.microsoft.com/office/drawing/2014/main" id="{19CBC183-ED7F-CB71-D3DB-9ADAF25ADA09}"/>
              </a:ext>
            </a:extLst>
          </p:cNvPr>
          <p:cNvSpPr txBox="1"/>
          <p:nvPr/>
        </p:nvSpPr>
        <p:spPr>
          <a:xfrm>
            <a:off x="6277645" y="4269826"/>
            <a:ext cx="440262" cy="246221"/>
          </a:xfrm>
          <a:prstGeom prst="rect">
            <a:avLst/>
          </a:prstGeom>
          <a:noFill/>
        </p:spPr>
        <p:txBody>
          <a:bodyPr wrap="square" rtlCol="0">
            <a:spAutoFit/>
          </a:bodyPr>
          <a:lstStyle/>
          <a:p>
            <a:r>
              <a:rPr lang="ko-KR" altLang="en-US" sz="1000" dirty="0">
                <a:latin typeface="나눔스퀘어 네오 OTF Regular" panose="00000500000000000000" pitchFamily="50" charset="-127"/>
                <a:ea typeface="나눔스퀘어 네오 OTF Regular" panose="00000500000000000000" pitchFamily="50" charset="-127"/>
              </a:rPr>
              <a:t>수출</a:t>
            </a:r>
          </a:p>
        </p:txBody>
      </p:sp>
      <p:sp>
        <p:nvSpPr>
          <p:cNvPr id="162" name="TextBox 161">
            <a:extLst>
              <a:ext uri="{FF2B5EF4-FFF2-40B4-BE49-F238E27FC236}">
                <a16:creationId xmlns:a16="http://schemas.microsoft.com/office/drawing/2014/main" id="{BFEF4C9F-2792-20EB-C52C-86739E6BB2F8}"/>
              </a:ext>
            </a:extLst>
          </p:cNvPr>
          <p:cNvSpPr txBox="1"/>
          <p:nvPr/>
        </p:nvSpPr>
        <p:spPr>
          <a:xfrm>
            <a:off x="5612640" y="4276864"/>
            <a:ext cx="713055" cy="246221"/>
          </a:xfrm>
          <a:prstGeom prst="rect">
            <a:avLst/>
          </a:prstGeom>
          <a:noFill/>
        </p:spPr>
        <p:txBody>
          <a:bodyPr wrap="square" rtlCol="0">
            <a:spAutoFit/>
          </a:bodyPr>
          <a:lstStyle/>
          <a:p>
            <a:r>
              <a:rPr lang="ko-KR" altLang="en-US" sz="1000" dirty="0">
                <a:latin typeface="나눔스퀘어 네오 OTF Regular" panose="00000500000000000000" pitchFamily="50" charset="-127"/>
                <a:ea typeface="나눔스퀘어 네오 OTF Regular" panose="00000500000000000000" pitchFamily="50" charset="-127"/>
              </a:rPr>
              <a:t>오프라인</a:t>
            </a:r>
          </a:p>
        </p:txBody>
      </p:sp>
      <p:sp>
        <p:nvSpPr>
          <p:cNvPr id="163" name="직사각형 162">
            <a:extLst>
              <a:ext uri="{FF2B5EF4-FFF2-40B4-BE49-F238E27FC236}">
                <a16:creationId xmlns:a16="http://schemas.microsoft.com/office/drawing/2014/main" id="{34B82FD8-D4A1-8289-F37C-57E90106474D}"/>
              </a:ext>
            </a:extLst>
          </p:cNvPr>
          <p:cNvSpPr/>
          <p:nvPr/>
        </p:nvSpPr>
        <p:spPr>
          <a:xfrm>
            <a:off x="5572227" y="4077237"/>
            <a:ext cx="117764" cy="117764"/>
          </a:xfrm>
          <a:prstGeom prst="rect">
            <a:avLst/>
          </a:prstGeom>
          <a:solidFill>
            <a:srgbClr val="2238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4" name="직사각형 163">
            <a:extLst>
              <a:ext uri="{FF2B5EF4-FFF2-40B4-BE49-F238E27FC236}">
                <a16:creationId xmlns:a16="http://schemas.microsoft.com/office/drawing/2014/main" id="{9F3147D8-F989-1A22-4D53-C17158E6A6B0}"/>
              </a:ext>
            </a:extLst>
          </p:cNvPr>
          <p:cNvSpPr/>
          <p:nvPr/>
        </p:nvSpPr>
        <p:spPr>
          <a:xfrm>
            <a:off x="5570979" y="4327385"/>
            <a:ext cx="117764" cy="117764"/>
          </a:xfrm>
          <a:prstGeom prst="rect">
            <a:avLst/>
          </a:prstGeom>
          <a:solidFill>
            <a:srgbClr val="5555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5" name="직사각형 164">
            <a:extLst>
              <a:ext uri="{FF2B5EF4-FFF2-40B4-BE49-F238E27FC236}">
                <a16:creationId xmlns:a16="http://schemas.microsoft.com/office/drawing/2014/main" id="{8EC59E8F-1B11-D265-1B07-73B65FF502DF}"/>
              </a:ext>
            </a:extLst>
          </p:cNvPr>
          <p:cNvSpPr/>
          <p:nvPr/>
        </p:nvSpPr>
        <p:spPr>
          <a:xfrm>
            <a:off x="6246822" y="4327385"/>
            <a:ext cx="117764" cy="117764"/>
          </a:xfrm>
          <a:prstGeom prst="rect">
            <a:avLst/>
          </a:prstGeom>
          <a:solidFill>
            <a:srgbClr val="D1D6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6" name="직사각형 165">
            <a:extLst>
              <a:ext uri="{FF2B5EF4-FFF2-40B4-BE49-F238E27FC236}">
                <a16:creationId xmlns:a16="http://schemas.microsoft.com/office/drawing/2014/main" id="{9D1A8A13-CEF8-3B4A-6293-1F8CBF5C933D}"/>
              </a:ext>
            </a:extLst>
          </p:cNvPr>
          <p:cNvSpPr/>
          <p:nvPr/>
        </p:nvSpPr>
        <p:spPr>
          <a:xfrm>
            <a:off x="6246822" y="4067783"/>
            <a:ext cx="117764" cy="117764"/>
          </a:xfrm>
          <a:prstGeom prst="rect">
            <a:avLst/>
          </a:prstGeom>
          <a:solidFill>
            <a:srgbClr val="BE02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0" name="Text 15">
            <a:extLst>
              <a:ext uri="{FF2B5EF4-FFF2-40B4-BE49-F238E27FC236}">
                <a16:creationId xmlns:a16="http://schemas.microsoft.com/office/drawing/2014/main" id="{8560777F-DCF2-D771-8399-A469E707846F}"/>
              </a:ext>
            </a:extLst>
          </p:cNvPr>
          <p:cNvSpPr txBox="1"/>
          <p:nvPr/>
        </p:nvSpPr>
        <p:spPr>
          <a:xfrm>
            <a:off x="1009468" y="4892526"/>
            <a:ext cx="832017" cy="168695"/>
          </a:xfrm>
          <a:prstGeom prst="rect">
            <a:avLst/>
          </a:prstGeom>
          <a:noFill/>
          <a:ln/>
        </p:spPr>
        <p:txBody>
          <a:bodyPr wrap="square" lIns="0" tIns="0" rIns="0" bIns="0" rtlCol="0" anchor="ctr"/>
          <a:lstStyle>
            <a:defPPr>
              <a:defRPr lang="ko-KR"/>
            </a:defPPr>
            <a:lvl1pPr>
              <a:defRPr sz="800" b="1">
                <a:solidFill>
                  <a:srgbClr val="385723"/>
                </a:solidFill>
                <a:latin typeface="+mn-ea"/>
                <a:cs typeface="Noto Sans KR" pitchFamily="34" charset="-120"/>
              </a:defRPr>
            </a:lvl1pPr>
          </a:lstStyle>
          <a:p>
            <a:r>
              <a:rPr lang="en-US" dirty="0">
                <a:solidFill>
                  <a:schemeClr val="accent2">
                    <a:lumMod val="75000"/>
                  </a:schemeClr>
                </a:solidFill>
                <a:latin typeface="나눔스퀘어 네오 OTF Bold" panose="00000800000000000000" pitchFamily="50" charset="-127"/>
                <a:ea typeface="나눔스퀘어 네오 OTF Bold" panose="00000800000000000000" pitchFamily="50" charset="-127"/>
              </a:rPr>
              <a:t> </a:t>
            </a:r>
            <a:r>
              <a:rPr lang="en-US" dirty="0" err="1">
                <a:solidFill>
                  <a:schemeClr val="accent2">
                    <a:lumMod val="75000"/>
                  </a:schemeClr>
                </a:solidFill>
                <a:latin typeface="나눔스퀘어 네오 OTF Bold" panose="00000800000000000000" pitchFamily="50" charset="-127"/>
                <a:ea typeface="나눔스퀘어 네오 OTF Bold" panose="00000800000000000000" pitchFamily="50" charset="-127"/>
              </a:rPr>
              <a:t>전년비</a:t>
            </a:r>
            <a:r>
              <a:rPr lang="en-US" dirty="0">
                <a:solidFill>
                  <a:schemeClr val="accent2">
                    <a:lumMod val="75000"/>
                  </a:schemeClr>
                </a:solidFill>
                <a:latin typeface="나눔스퀘어 네오 OTF Bold" panose="00000800000000000000" pitchFamily="50" charset="-127"/>
                <a:ea typeface="나눔스퀘어 네오 OTF Bold" panose="00000800000000000000" pitchFamily="50" charset="-127"/>
              </a:rPr>
              <a:t> = 0%</a:t>
            </a:r>
          </a:p>
        </p:txBody>
      </p:sp>
      <p:sp>
        <p:nvSpPr>
          <p:cNvPr id="173" name="Text 19">
            <a:extLst>
              <a:ext uri="{FF2B5EF4-FFF2-40B4-BE49-F238E27FC236}">
                <a16:creationId xmlns:a16="http://schemas.microsoft.com/office/drawing/2014/main" id="{0CF9D3E6-35D8-4DB8-67EE-A181ECCAF921}"/>
              </a:ext>
            </a:extLst>
          </p:cNvPr>
          <p:cNvSpPr txBox="1"/>
          <p:nvPr/>
        </p:nvSpPr>
        <p:spPr>
          <a:xfrm>
            <a:off x="1152766" y="2904559"/>
            <a:ext cx="3350397" cy="774984"/>
          </a:xfrm>
          <a:prstGeom prst="rect">
            <a:avLst/>
          </a:prstGeom>
          <a:noFill/>
          <a:ln/>
        </p:spPr>
        <p:txBody>
          <a:bodyPr wrap="square" lIns="0" tIns="0" rIns="0" bIns="0" rtlCol="0" anchor="t"/>
          <a:lstStyle/>
          <a:p>
            <a:pPr>
              <a:lnSpc>
                <a:spcPct val="120000"/>
              </a:lnSpc>
            </a:pP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CGO- 30</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매 마스크시트</a:t>
            </a: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 </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신제품 생산 완료</a:t>
            </a:r>
            <a:endPar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endParaRPr>
          </a:p>
          <a:p>
            <a:pPr>
              <a:lnSpc>
                <a:spcPct val="120000"/>
              </a:lnSpc>
            </a:pP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            SUN</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크림</a:t>
            </a: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 3</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월 말 특수허가 완료</a:t>
            </a: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 </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생산 예정</a:t>
            </a:r>
            <a:endPar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endParaRPr>
          </a:p>
          <a:p>
            <a:pPr>
              <a:lnSpc>
                <a:spcPct val="120000"/>
              </a:lnSpc>
            </a:pP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KATO</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 </a:t>
            </a: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 쿠션</a:t>
            </a: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 </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유색 크림 등 베이스</a:t>
            </a: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MU 6</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종 품평 진행중</a:t>
            </a:r>
            <a:endPar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endParaRPr>
          </a:p>
        </p:txBody>
      </p:sp>
      <p:sp>
        <p:nvSpPr>
          <p:cNvPr id="174" name="Text 19">
            <a:extLst>
              <a:ext uri="{FF2B5EF4-FFF2-40B4-BE49-F238E27FC236}">
                <a16:creationId xmlns:a16="http://schemas.microsoft.com/office/drawing/2014/main" id="{294FD788-967B-4A67-5899-F5FDCD587698}"/>
              </a:ext>
            </a:extLst>
          </p:cNvPr>
          <p:cNvSpPr txBox="1"/>
          <p:nvPr/>
        </p:nvSpPr>
        <p:spPr>
          <a:xfrm>
            <a:off x="7950098" y="2958627"/>
            <a:ext cx="3350397" cy="556798"/>
          </a:xfrm>
          <a:prstGeom prst="rect">
            <a:avLst/>
          </a:prstGeom>
          <a:noFill/>
          <a:ln/>
        </p:spPr>
        <p:txBody>
          <a:bodyPr wrap="square" lIns="0" tIns="0" rIns="0" bIns="0" rtlCol="0" anchor="t"/>
          <a:lstStyle/>
          <a:p>
            <a:pPr>
              <a:lnSpc>
                <a:spcPct val="120000"/>
              </a:lnSpc>
            </a:pP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DDD – </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쿠션</a:t>
            </a: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 </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립글로스 처방 확정</a:t>
            </a: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 </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생산 준비</a:t>
            </a:r>
            <a:endPar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endParaRPr>
          </a:p>
          <a:p>
            <a:pPr>
              <a:lnSpc>
                <a:spcPct val="120000"/>
              </a:lnSpc>
            </a:pP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QIN – </a:t>
            </a:r>
            <a:r>
              <a:rPr lang="ko-KR" altLang="en-US" sz="1000" b="1" dirty="0" err="1">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로레알</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 특허 침해 관련</a:t>
            </a: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 </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제품 생산 중단</a:t>
            </a: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a:t>
            </a:r>
          </a:p>
          <a:p>
            <a:pPr>
              <a:lnSpc>
                <a:spcPct val="120000"/>
              </a:lnSpc>
            </a:pP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           </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해당 처방 단종 및 리뉴얼 진행</a:t>
            </a:r>
            <a:endPar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endParaRPr>
          </a:p>
        </p:txBody>
      </p:sp>
      <p:sp>
        <p:nvSpPr>
          <p:cNvPr id="181" name="Text 19">
            <a:extLst>
              <a:ext uri="{FF2B5EF4-FFF2-40B4-BE49-F238E27FC236}">
                <a16:creationId xmlns:a16="http://schemas.microsoft.com/office/drawing/2014/main" id="{E2B1F9E8-73C2-1451-CDB8-97E630D05E42}"/>
              </a:ext>
            </a:extLst>
          </p:cNvPr>
          <p:cNvSpPr txBox="1"/>
          <p:nvPr/>
        </p:nvSpPr>
        <p:spPr>
          <a:xfrm>
            <a:off x="1133598" y="5629787"/>
            <a:ext cx="3350397" cy="178003"/>
          </a:xfrm>
          <a:prstGeom prst="rect">
            <a:avLst/>
          </a:prstGeom>
          <a:noFill/>
          <a:ln/>
        </p:spPr>
        <p:txBody>
          <a:bodyPr wrap="square" lIns="0" tIns="0" rIns="0" bIns="0" rtlCol="0" anchor="t"/>
          <a:lstStyle/>
          <a:p>
            <a:pPr>
              <a:lnSpc>
                <a:spcPct val="120000"/>
              </a:lnSpc>
            </a:pP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MNS – K Beauty Zone </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제안</a:t>
            </a: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 </a:t>
            </a:r>
          </a:p>
        </p:txBody>
      </p:sp>
      <p:sp>
        <p:nvSpPr>
          <p:cNvPr id="182" name="Text 19">
            <a:extLst>
              <a:ext uri="{FF2B5EF4-FFF2-40B4-BE49-F238E27FC236}">
                <a16:creationId xmlns:a16="http://schemas.microsoft.com/office/drawing/2014/main" id="{E4B46FF2-7C07-E3ED-6561-1C9DC14756C4}"/>
              </a:ext>
            </a:extLst>
          </p:cNvPr>
          <p:cNvSpPr txBox="1"/>
          <p:nvPr/>
        </p:nvSpPr>
        <p:spPr>
          <a:xfrm>
            <a:off x="1137218" y="5854383"/>
            <a:ext cx="3350397" cy="382782"/>
          </a:xfrm>
          <a:prstGeom prst="rect">
            <a:avLst/>
          </a:prstGeom>
          <a:noFill/>
          <a:ln/>
        </p:spPr>
        <p:txBody>
          <a:bodyPr wrap="square" lIns="0" tIns="0" rIns="0" bIns="0" rtlCol="0" anchor="t"/>
          <a:lstStyle/>
          <a:p>
            <a:pPr>
              <a:lnSpc>
                <a:spcPct val="120000"/>
              </a:lnSpc>
            </a:pP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OTL – 43 SKU 4/20 </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출시 목표</a:t>
            </a:r>
            <a:endPar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endParaRPr>
          </a:p>
        </p:txBody>
      </p:sp>
      <p:sp>
        <p:nvSpPr>
          <p:cNvPr id="183" name="Text 3">
            <a:extLst>
              <a:ext uri="{FF2B5EF4-FFF2-40B4-BE49-F238E27FC236}">
                <a16:creationId xmlns:a16="http://schemas.microsoft.com/office/drawing/2014/main" id="{EBE41731-DCBB-C0B8-23D8-37C050B34E60}"/>
              </a:ext>
            </a:extLst>
          </p:cNvPr>
          <p:cNvSpPr txBox="1"/>
          <p:nvPr/>
        </p:nvSpPr>
        <p:spPr>
          <a:xfrm>
            <a:off x="10742636" y="721851"/>
            <a:ext cx="1305763" cy="254203"/>
          </a:xfrm>
          <a:prstGeom prst="rect">
            <a:avLst/>
          </a:prstGeom>
          <a:noFill/>
          <a:ln/>
        </p:spPr>
        <p:txBody>
          <a:bodyPr wrap="square" lIns="0" tIns="0" rIns="0" bIns="0" rtlCol="0" anchor="ctr"/>
          <a:lstStyle/>
          <a:p>
            <a:pPr algn="r"/>
            <a:r>
              <a:rPr lang="en-US" sz="900" dirty="0" err="1">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단위</a:t>
            </a:r>
            <a:r>
              <a:rPr lang="en-US" sz="900" dirty="0">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 </a:t>
            </a:r>
            <a:r>
              <a:rPr lang="en-US" sz="900" dirty="0" err="1">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백만</a:t>
            </a:r>
            <a:r>
              <a:rPr lang="en-US" sz="900" dirty="0">
                <a:solidFill>
                  <a:srgbClr val="535353"/>
                </a:solidFill>
                <a:latin typeface="나눔스퀘어 네오 Light" panose="00000400000000000000" pitchFamily="2" charset="-127"/>
                <a:ea typeface="나눔스퀘어 네오 Light" panose="00000400000000000000" pitchFamily="2" charset="-127"/>
                <a:cs typeface="Noto Sans KR" pitchFamily="34" charset="-120"/>
              </a:rPr>
              <a:t> RMB</a:t>
            </a:r>
            <a:endParaRPr lang="en-US" sz="900" dirty="0">
              <a:latin typeface="나눔스퀘어 네오 Light" panose="00000400000000000000" pitchFamily="2" charset="-127"/>
              <a:ea typeface="나눔스퀘어 네오 Light" panose="00000400000000000000" pitchFamily="2" charset="-127"/>
            </a:endParaRPr>
          </a:p>
        </p:txBody>
      </p:sp>
      <p:graphicFrame>
        <p:nvGraphicFramePr>
          <p:cNvPr id="6" name="표 5">
            <a:extLst>
              <a:ext uri="{FF2B5EF4-FFF2-40B4-BE49-F238E27FC236}">
                <a16:creationId xmlns:a16="http://schemas.microsoft.com/office/drawing/2014/main" id="{4C98ABBC-FE5C-98F0-C891-52784D62D75D}"/>
              </a:ext>
            </a:extLst>
          </p:cNvPr>
          <p:cNvGraphicFramePr>
            <a:graphicFrameLocks noGrp="1"/>
          </p:cNvGraphicFramePr>
          <p:nvPr>
            <p:extLst>
              <p:ext uri="{D42A27DB-BD31-4B8C-83A1-F6EECF244321}">
                <p14:modId xmlns:p14="http://schemas.microsoft.com/office/powerpoint/2010/main" val="4105138792"/>
              </p:ext>
            </p:extLst>
          </p:nvPr>
        </p:nvGraphicFramePr>
        <p:xfrm>
          <a:off x="3062511" y="1812408"/>
          <a:ext cx="2057400" cy="625992"/>
        </p:xfrm>
        <a:graphic>
          <a:graphicData uri="http://schemas.openxmlformats.org/drawingml/2006/table">
            <a:tbl>
              <a:tblPr/>
              <a:tblGrid>
                <a:gridCol w="685800">
                  <a:extLst>
                    <a:ext uri="{9D8B030D-6E8A-4147-A177-3AD203B41FA5}">
                      <a16:colId xmlns:a16="http://schemas.microsoft.com/office/drawing/2014/main" val="283916469"/>
                    </a:ext>
                  </a:extLst>
                </a:gridCol>
                <a:gridCol w="685800">
                  <a:extLst>
                    <a:ext uri="{9D8B030D-6E8A-4147-A177-3AD203B41FA5}">
                      <a16:colId xmlns:a16="http://schemas.microsoft.com/office/drawing/2014/main" val="3667485390"/>
                    </a:ext>
                  </a:extLst>
                </a:gridCol>
                <a:gridCol w="685800">
                  <a:extLst>
                    <a:ext uri="{9D8B030D-6E8A-4147-A177-3AD203B41FA5}">
                      <a16:colId xmlns:a16="http://schemas.microsoft.com/office/drawing/2014/main" val="747966070"/>
                    </a:ext>
                  </a:extLst>
                </a:gridCol>
              </a:tblGrid>
              <a:tr h="209550">
                <a:tc>
                  <a:txBody>
                    <a:bodyPr/>
                    <a:lstStyle/>
                    <a:p>
                      <a:pPr algn="l" rtl="0" fontAlgn="ctr">
                        <a:buNone/>
                      </a:pPr>
                      <a:r>
                        <a:rPr lang="en-US" sz="800" b="1" i="0" u="none" strike="noStrike">
                          <a:solidFill>
                            <a:srgbClr val="535353"/>
                          </a:solidFill>
                          <a:effectLst/>
                          <a:latin typeface="나눔스퀘어 네오 Bold" panose="00000800000000000000" pitchFamily="2" charset="-127"/>
                          <a:ea typeface="나눔스퀘어 네오 Bold" panose="00000800000000000000" pitchFamily="2" charset="-127"/>
                        </a:rPr>
                        <a:t>ZPX</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l" rtl="0" fontAlgn="ctr">
                        <a:buNone/>
                      </a:pPr>
                      <a:r>
                        <a:rPr lang="ko-KR" altLang="en-US" sz="700" b="0" i="0" u="none" strike="noStrike" dirty="0">
                          <a:solidFill>
                            <a:srgbClr val="535353"/>
                          </a:solidFill>
                          <a:effectLst/>
                          <a:latin typeface="나눔스퀘어 네오 Bold" panose="00000800000000000000" pitchFamily="2" charset="-127"/>
                          <a:ea typeface="나눔스퀘어 네오 Bold" panose="00000800000000000000" pitchFamily="2" charset="-127"/>
                        </a:rPr>
                        <a:t>三资堂</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r" rtl="0" fontAlgn="ctr">
                        <a:buNone/>
                      </a:pPr>
                      <a:r>
                        <a:rPr lang="en-US" altLang="ko-KR" sz="800" b="0" i="0" u="none" strike="noStrike" kern="1200" dirty="0">
                          <a:solidFill>
                            <a:srgbClr val="535353"/>
                          </a:solidFill>
                          <a:effectLst/>
                          <a:latin typeface="나눔스퀘어 네오 Bold" panose="00000800000000000000" pitchFamily="2" charset="-127"/>
                          <a:ea typeface="나눔스퀘어 네오 Bold" panose="00000800000000000000" pitchFamily="2" charset="-127"/>
                          <a:cs typeface="+mn-cs"/>
                        </a:rPr>
                        <a:t>32(-3)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extLst>
                  <a:ext uri="{0D108BD9-81ED-4DB2-BD59-A6C34878D82A}">
                    <a16:rowId xmlns:a16="http://schemas.microsoft.com/office/drawing/2014/main" val="1441608543"/>
                  </a:ext>
                </a:extLst>
              </a:tr>
              <a:tr h="209550">
                <a:tc>
                  <a:txBody>
                    <a:bodyPr/>
                    <a:lstStyle/>
                    <a:p>
                      <a:pPr algn="l" rtl="0" fontAlgn="ctr">
                        <a:buNone/>
                      </a:pPr>
                      <a:r>
                        <a:rPr lang="en-US" sz="800" b="1" i="0" u="none" strike="noStrike" dirty="0">
                          <a:solidFill>
                            <a:srgbClr val="535353"/>
                          </a:solidFill>
                          <a:effectLst/>
                          <a:latin typeface="나눔스퀘어 네오 Bold" panose="00000800000000000000" pitchFamily="2" charset="-127"/>
                          <a:ea typeface="나눔스퀘어 네오 Bold" panose="00000800000000000000" pitchFamily="2" charset="-127"/>
                        </a:rPr>
                        <a:t>GYM</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l" rtl="0" fontAlgn="ctr">
                        <a:buNone/>
                      </a:pPr>
                      <a:r>
                        <a:rPr lang="en-US" altLang="ko-KR" sz="700" b="0" i="0" u="none" strike="noStrike" dirty="0">
                          <a:solidFill>
                            <a:srgbClr val="535353"/>
                          </a:solidFill>
                          <a:effectLst/>
                          <a:latin typeface="나눔스퀘어 네오 Bold" panose="00000800000000000000" pitchFamily="2" charset="-127"/>
                          <a:ea typeface="나눔스퀘어 네오 Bold" panose="00000800000000000000" pitchFamily="2" charset="-127"/>
                        </a:rPr>
                        <a:t>Recipe</a:t>
                      </a:r>
                      <a:endParaRPr lang="ko-KR" altLang="en-US" sz="700" b="0" i="0" u="none" strike="noStrike" dirty="0">
                        <a:solidFill>
                          <a:srgbClr val="535353"/>
                        </a:solidFill>
                        <a:effectLst/>
                        <a:latin typeface="나눔스퀘어 네오 Bold" panose="00000800000000000000" pitchFamily="2" charset="-127"/>
                        <a:ea typeface="나눔스퀘어 네오 Bold" panose="00000800000000000000" pitchFamily="2" charset="-127"/>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r" rtl="0" fontAlgn="ctr">
                        <a:buNone/>
                      </a:pPr>
                      <a:r>
                        <a:rPr lang="en-US" altLang="ko-KR" sz="800" b="0" i="0" u="none" strike="noStrike" dirty="0">
                          <a:solidFill>
                            <a:srgbClr val="535353"/>
                          </a:solidFill>
                          <a:effectLst/>
                          <a:latin typeface="나눔스퀘어 네오 Bold" panose="00000800000000000000" pitchFamily="2" charset="-127"/>
                          <a:ea typeface="나눔스퀘어 네오 Bold" panose="00000800000000000000" pitchFamily="2" charset="-127"/>
                        </a:rPr>
                        <a:t>16(+4)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extLst>
                  <a:ext uri="{0D108BD9-81ED-4DB2-BD59-A6C34878D82A}">
                    <a16:rowId xmlns:a16="http://schemas.microsoft.com/office/drawing/2014/main" val="2583305156"/>
                  </a:ext>
                </a:extLst>
              </a:tr>
              <a:tr h="206892">
                <a:tc>
                  <a:txBody>
                    <a:bodyPr/>
                    <a:lstStyle/>
                    <a:p>
                      <a:pPr marL="0" algn="l" defTabSz="914400" rtl="0" eaLnBrk="1" fontAlgn="ctr" latinLnBrk="1" hangingPunct="1">
                        <a:buNone/>
                      </a:pPr>
                      <a:r>
                        <a:rPr lang="en-US" sz="800" b="1" i="0" u="none" strike="noStrike" kern="1200" dirty="0">
                          <a:solidFill>
                            <a:srgbClr val="535353"/>
                          </a:solidFill>
                          <a:effectLst/>
                          <a:latin typeface="나눔스퀘어 네오 Bold" panose="00000800000000000000" pitchFamily="2" charset="-127"/>
                          <a:ea typeface="나눔스퀘어 네오 Bold" panose="00000800000000000000" pitchFamily="2" charset="-127"/>
                          <a:cs typeface="+mn-cs"/>
                        </a:rPr>
                        <a:t>YBA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FFFFFF"/>
                      </a:solidFill>
                      <a:prstDash val="solid"/>
                      <a:round/>
                      <a:headEnd type="none" w="med" len="med"/>
                      <a:tailEnd type="none" w="med" len="med"/>
                    </a:lnB>
                    <a:noFill/>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ko-KR" altLang="en-US" sz="700" b="0" i="0" u="none" strike="noStrike" dirty="0">
                          <a:solidFill>
                            <a:srgbClr val="535353"/>
                          </a:solidFill>
                          <a:effectLst/>
                          <a:latin typeface="Noto Sans KR" panose="020B0200000000000000" pitchFamily="50" charset="-127"/>
                          <a:ea typeface="Noto Sans KR" panose="020B0200000000000000" pitchFamily="50" charset="-127"/>
                        </a:rPr>
                        <a:t>瑧悦</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FFFFFF"/>
                      </a:solidFill>
                      <a:prstDash val="solid"/>
                      <a:round/>
                      <a:headEnd type="none" w="med" len="med"/>
                      <a:tailEnd type="none" w="med" len="med"/>
                    </a:lnB>
                    <a:noFill/>
                  </a:tcPr>
                </a:tc>
                <a:tc>
                  <a:txBody>
                    <a:bodyPr/>
                    <a:lstStyle/>
                    <a:p>
                      <a:pPr marL="0" algn="r" defTabSz="914400" rtl="0" eaLnBrk="1" fontAlgn="ctr" latinLnBrk="1" hangingPunct="1">
                        <a:buNone/>
                      </a:pPr>
                      <a:r>
                        <a:rPr lang="en-US" altLang="ko-KR" sz="800" b="0" i="0" u="none" strike="noStrike" kern="1200" dirty="0">
                          <a:solidFill>
                            <a:srgbClr val="535353"/>
                          </a:solidFill>
                          <a:effectLst/>
                          <a:latin typeface="나눔스퀘어 네오 Bold" panose="00000800000000000000" pitchFamily="2" charset="-127"/>
                          <a:ea typeface="나눔스퀘어 네오 Bold" panose="00000800000000000000" pitchFamily="2" charset="-127"/>
                          <a:cs typeface="+mn-cs"/>
                        </a:rPr>
                        <a:t>15(-)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325437606"/>
                  </a:ext>
                </a:extLst>
              </a:tr>
            </a:tbl>
          </a:graphicData>
        </a:graphic>
      </p:graphicFrame>
      <p:graphicFrame>
        <p:nvGraphicFramePr>
          <p:cNvPr id="8" name="표 7">
            <a:extLst>
              <a:ext uri="{FF2B5EF4-FFF2-40B4-BE49-F238E27FC236}">
                <a16:creationId xmlns:a16="http://schemas.microsoft.com/office/drawing/2014/main" id="{BA2FE5CB-0A1C-978C-9D03-8A6AE5E1C45D}"/>
              </a:ext>
            </a:extLst>
          </p:cNvPr>
          <p:cNvGraphicFramePr>
            <a:graphicFrameLocks noGrp="1"/>
          </p:cNvGraphicFramePr>
          <p:nvPr>
            <p:extLst>
              <p:ext uri="{D42A27DB-BD31-4B8C-83A1-F6EECF244321}">
                <p14:modId xmlns:p14="http://schemas.microsoft.com/office/powerpoint/2010/main" val="839828039"/>
              </p:ext>
            </p:extLst>
          </p:nvPr>
        </p:nvGraphicFramePr>
        <p:xfrm>
          <a:off x="8603879" y="1774245"/>
          <a:ext cx="2057400" cy="628650"/>
        </p:xfrm>
        <a:graphic>
          <a:graphicData uri="http://schemas.openxmlformats.org/drawingml/2006/table">
            <a:tbl>
              <a:tblPr/>
              <a:tblGrid>
                <a:gridCol w="685800">
                  <a:extLst>
                    <a:ext uri="{9D8B030D-6E8A-4147-A177-3AD203B41FA5}">
                      <a16:colId xmlns:a16="http://schemas.microsoft.com/office/drawing/2014/main" val="652232099"/>
                    </a:ext>
                  </a:extLst>
                </a:gridCol>
                <a:gridCol w="685800">
                  <a:extLst>
                    <a:ext uri="{9D8B030D-6E8A-4147-A177-3AD203B41FA5}">
                      <a16:colId xmlns:a16="http://schemas.microsoft.com/office/drawing/2014/main" val="3771484816"/>
                    </a:ext>
                  </a:extLst>
                </a:gridCol>
                <a:gridCol w="685800">
                  <a:extLst>
                    <a:ext uri="{9D8B030D-6E8A-4147-A177-3AD203B41FA5}">
                      <a16:colId xmlns:a16="http://schemas.microsoft.com/office/drawing/2014/main" val="1343731266"/>
                    </a:ext>
                  </a:extLst>
                </a:gridCol>
              </a:tblGrid>
              <a:tr h="209550">
                <a:tc>
                  <a:txBody>
                    <a:bodyPr/>
                    <a:lstStyle/>
                    <a:p>
                      <a:pPr algn="l" rtl="0" fontAlgn="ctr">
                        <a:buNone/>
                      </a:pPr>
                      <a:r>
                        <a:rPr lang="en-US" sz="800" b="1" i="0" u="none" strike="noStrike">
                          <a:solidFill>
                            <a:srgbClr val="535353"/>
                          </a:solidFill>
                          <a:effectLst/>
                          <a:latin typeface="나눔스퀘어 네오 OTF Light" panose="00000400000000000000" pitchFamily="50" charset="-127"/>
                          <a:ea typeface="나눔스퀘어 네오 OTF Light" panose="00000400000000000000" pitchFamily="50" charset="-127"/>
                        </a:rPr>
                        <a:t>WDL</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l" rtl="0" fontAlgn="ctr">
                        <a:buNone/>
                      </a:pPr>
                      <a:r>
                        <a:rPr lang="ko-KR" altLang="en-US" sz="700" b="0" i="0" u="none" strike="noStrike">
                          <a:solidFill>
                            <a:srgbClr val="535353"/>
                          </a:solidFill>
                          <a:effectLst/>
                          <a:latin typeface="나눔스퀘어 네오 OTF Light" panose="00000400000000000000" pitchFamily="50" charset="-127"/>
                          <a:ea typeface="나눔스퀘어 네오 OTF Light" panose="00000400000000000000" pitchFamily="50" charset="-127"/>
                        </a:rPr>
                        <a:t>唯奈斯</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r" rtl="0" fontAlgn="ctr">
                        <a:buNone/>
                      </a:pPr>
                      <a:r>
                        <a:rPr lang="en-US" altLang="ko-KR" sz="800" b="0" i="0" u="none" strike="noStrike" dirty="0">
                          <a:solidFill>
                            <a:srgbClr val="000000"/>
                          </a:solidFill>
                          <a:effectLst/>
                          <a:latin typeface="나눔스퀘어 네오 OTF Light" panose="00000400000000000000" pitchFamily="50" charset="-127"/>
                          <a:ea typeface="나눔스퀘어 네오 OTF Light" panose="00000400000000000000" pitchFamily="50" charset="-127"/>
                        </a:rPr>
                        <a:t>4(-2)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extLst>
                  <a:ext uri="{0D108BD9-81ED-4DB2-BD59-A6C34878D82A}">
                    <a16:rowId xmlns:a16="http://schemas.microsoft.com/office/drawing/2014/main" val="3013641391"/>
                  </a:ext>
                </a:extLst>
              </a:tr>
              <a:tr h="209550">
                <a:tc>
                  <a:txBody>
                    <a:bodyPr/>
                    <a:lstStyle/>
                    <a:p>
                      <a:pPr algn="l" rtl="0" fontAlgn="ctr">
                        <a:buNone/>
                      </a:pPr>
                      <a:r>
                        <a:rPr lang="en-US" sz="800" b="1" i="0" u="none" strike="noStrike">
                          <a:solidFill>
                            <a:srgbClr val="535353"/>
                          </a:solidFill>
                          <a:effectLst/>
                          <a:latin typeface="나눔스퀘어 네오 OTF Light" panose="00000400000000000000" pitchFamily="50" charset="-127"/>
                          <a:ea typeface="나눔스퀘어 네오 OTF Light" panose="00000400000000000000" pitchFamily="50" charset="-127"/>
                        </a:rPr>
                        <a:t>ATA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l" rtl="0" fontAlgn="ctr">
                        <a:buNone/>
                      </a:pPr>
                      <a:r>
                        <a:rPr lang="ko-KR" altLang="en-US" sz="700" b="0" i="0" u="none" strike="noStrike">
                          <a:solidFill>
                            <a:srgbClr val="535353"/>
                          </a:solidFill>
                          <a:effectLst/>
                          <a:latin typeface="나눔스퀘어 네오 OTF Light" panose="00000400000000000000" pitchFamily="50" charset="-127"/>
                          <a:ea typeface="나눔스퀘어 네오 OTF Light" panose="00000400000000000000" pitchFamily="50" charset="-127"/>
                        </a:rPr>
                        <a:t>韩熙贞</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r" rtl="0" fontAlgn="ctr">
                        <a:buNone/>
                      </a:pPr>
                      <a:r>
                        <a:rPr lang="en-US" altLang="ko-KR" sz="800" b="0" i="0" u="none" strike="noStrike" dirty="0">
                          <a:solidFill>
                            <a:srgbClr val="535353"/>
                          </a:solidFill>
                          <a:effectLst/>
                          <a:latin typeface="나눔스퀘어 네오 OTF Light" panose="00000400000000000000" pitchFamily="50" charset="-127"/>
                          <a:ea typeface="나눔스퀘어 네오 OTF Light" panose="00000400000000000000" pitchFamily="50" charset="-127"/>
                        </a:rPr>
                        <a:t>3(-1)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extLst>
                  <a:ext uri="{0D108BD9-81ED-4DB2-BD59-A6C34878D82A}">
                    <a16:rowId xmlns:a16="http://schemas.microsoft.com/office/drawing/2014/main" val="3358776039"/>
                  </a:ext>
                </a:extLst>
              </a:tr>
              <a:tr h="209550">
                <a:tc>
                  <a:txBody>
                    <a:bodyPr/>
                    <a:lstStyle/>
                    <a:p>
                      <a:pPr algn="l" rtl="0" fontAlgn="ctr">
                        <a:buNone/>
                      </a:pPr>
                      <a:r>
                        <a:rPr lang="en-US" sz="800" b="0" i="0" u="none" strike="noStrike">
                          <a:solidFill>
                            <a:srgbClr val="000000"/>
                          </a:solidFill>
                          <a:effectLst/>
                          <a:latin typeface="나눔스퀘어 네오 OTF Light" panose="00000400000000000000" pitchFamily="50" charset="-127"/>
                          <a:ea typeface="나눔스퀘어 네오 OTF Light" panose="00000400000000000000" pitchFamily="50" charset="-127"/>
                        </a:rPr>
                        <a:t>ZIF</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FFFFFF"/>
                      </a:solidFill>
                      <a:prstDash val="solid"/>
                      <a:round/>
                      <a:headEnd type="none" w="med" len="med"/>
                      <a:tailEnd type="none" w="med" len="med"/>
                    </a:lnB>
                    <a:noFill/>
                  </a:tcPr>
                </a:tc>
                <a:tc>
                  <a:txBody>
                    <a:bodyPr/>
                    <a:lstStyle/>
                    <a:p>
                      <a:pPr algn="l" rtl="0" fontAlgn="ctr">
                        <a:buNone/>
                      </a:pPr>
                      <a:r>
                        <a:rPr lang="en-US" sz="700" b="0" i="0" u="none" strike="noStrike">
                          <a:solidFill>
                            <a:srgbClr val="000000"/>
                          </a:solidFill>
                          <a:effectLst/>
                          <a:latin typeface="나눔스퀘어 네오 OTF Light" panose="00000400000000000000" pitchFamily="50" charset="-127"/>
                          <a:ea typeface="나눔스퀘어 네오 OTF Light" panose="00000400000000000000" pitchFamily="50" charset="-127"/>
                        </a:rPr>
                        <a:t>ZUZU</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FFFFFF"/>
                      </a:solidFill>
                      <a:prstDash val="solid"/>
                      <a:round/>
                      <a:headEnd type="none" w="med" len="med"/>
                      <a:tailEnd type="none" w="med" len="med"/>
                    </a:lnB>
                    <a:noFill/>
                  </a:tcPr>
                </a:tc>
                <a:tc>
                  <a:txBody>
                    <a:bodyPr/>
                    <a:lstStyle/>
                    <a:p>
                      <a:pPr algn="r" rtl="0" fontAlgn="ctr">
                        <a:buNone/>
                      </a:pPr>
                      <a:r>
                        <a:rPr lang="en-US" altLang="ko-KR" sz="800" b="0" i="0" u="none" strike="noStrike" dirty="0">
                          <a:solidFill>
                            <a:srgbClr val="000000"/>
                          </a:solidFill>
                          <a:effectLst/>
                          <a:latin typeface="나눔스퀘어 네오 OTF Light" panose="00000400000000000000" pitchFamily="50" charset="-127"/>
                          <a:ea typeface="나눔스퀘어 네오 OTF Light" panose="00000400000000000000" pitchFamily="50" charset="-127"/>
                        </a:rPr>
                        <a:t>3(+1)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093958010"/>
                  </a:ext>
                </a:extLst>
              </a:tr>
            </a:tbl>
          </a:graphicData>
        </a:graphic>
      </p:graphicFrame>
      <p:graphicFrame>
        <p:nvGraphicFramePr>
          <p:cNvPr id="9" name="표 8">
            <a:extLst>
              <a:ext uri="{FF2B5EF4-FFF2-40B4-BE49-F238E27FC236}">
                <a16:creationId xmlns:a16="http://schemas.microsoft.com/office/drawing/2014/main" id="{4B049707-4472-EAAC-7CB6-476EB2FCA50C}"/>
              </a:ext>
            </a:extLst>
          </p:cNvPr>
          <p:cNvGraphicFramePr>
            <a:graphicFrameLocks noGrp="1"/>
          </p:cNvGraphicFramePr>
          <p:nvPr>
            <p:extLst>
              <p:ext uri="{D42A27DB-BD31-4B8C-83A1-F6EECF244321}">
                <p14:modId xmlns:p14="http://schemas.microsoft.com/office/powerpoint/2010/main" val="1392617377"/>
              </p:ext>
            </p:extLst>
          </p:nvPr>
        </p:nvGraphicFramePr>
        <p:xfrm>
          <a:off x="3034471" y="4528167"/>
          <a:ext cx="1634687" cy="628650"/>
        </p:xfrm>
        <a:graphic>
          <a:graphicData uri="http://schemas.openxmlformats.org/drawingml/2006/table">
            <a:tbl>
              <a:tblPr/>
              <a:tblGrid>
                <a:gridCol w="528964">
                  <a:extLst>
                    <a:ext uri="{9D8B030D-6E8A-4147-A177-3AD203B41FA5}">
                      <a16:colId xmlns:a16="http://schemas.microsoft.com/office/drawing/2014/main" val="650169462"/>
                    </a:ext>
                  </a:extLst>
                </a:gridCol>
                <a:gridCol w="731005">
                  <a:extLst>
                    <a:ext uri="{9D8B030D-6E8A-4147-A177-3AD203B41FA5}">
                      <a16:colId xmlns:a16="http://schemas.microsoft.com/office/drawing/2014/main" val="2939226767"/>
                    </a:ext>
                  </a:extLst>
                </a:gridCol>
                <a:gridCol w="374718">
                  <a:extLst>
                    <a:ext uri="{9D8B030D-6E8A-4147-A177-3AD203B41FA5}">
                      <a16:colId xmlns:a16="http://schemas.microsoft.com/office/drawing/2014/main" val="1322885555"/>
                    </a:ext>
                  </a:extLst>
                </a:gridCol>
              </a:tblGrid>
              <a:tr h="209550">
                <a:tc>
                  <a:txBody>
                    <a:bodyPr/>
                    <a:lstStyle/>
                    <a:p>
                      <a:pPr algn="l" rtl="0" fontAlgn="ctr">
                        <a:buNone/>
                      </a:pPr>
                      <a:r>
                        <a:rPr lang="en-US" sz="800" b="1" i="0" u="none" strike="noStrike">
                          <a:solidFill>
                            <a:srgbClr val="535353"/>
                          </a:solidFill>
                          <a:effectLst/>
                          <a:latin typeface="나눔스퀘어 네오 OTF Light" panose="00000400000000000000" pitchFamily="50" charset="-127"/>
                          <a:ea typeface="나눔스퀘어 네오 OTF Light" panose="00000400000000000000" pitchFamily="50" charset="-127"/>
                        </a:rPr>
                        <a:t>SAM</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l" rtl="0" fontAlgn="ctr">
                        <a:buNone/>
                      </a:pPr>
                      <a:r>
                        <a:rPr lang="en-US" sz="700" b="0" i="0" u="none" strike="noStrike">
                          <a:solidFill>
                            <a:srgbClr val="535353"/>
                          </a:solidFill>
                          <a:effectLst/>
                          <a:latin typeface="나눔스퀘어 네오 OTF Light" panose="00000400000000000000" pitchFamily="50" charset="-127"/>
                          <a:ea typeface="나눔스퀘어 네오 OTF Light" panose="00000400000000000000" pitchFamily="50" charset="-127"/>
                        </a:rPr>
                        <a:t>Member's Mark</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r" rtl="0" fontAlgn="ctr">
                        <a:buNone/>
                      </a:pPr>
                      <a:r>
                        <a:rPr lang="en-US" altLang="ko-KR" sz="800" b="0" i="0" u="none" strike="noStrike" dirty="0">
                          <a:solidFill>
                            <a:srgbClr val="000000"/>
                          </a:solidFill>
                          <a:effectLst/>
                          <a:latin typeface="나눔스퀘어 네오 OTF Light" panose="00000400000000000000" pitchFamily="50" charset="-127"/>
                          <a:ea typeface="나눔스퀘어 네오 OTF Light" panose="00000400000000000000" pitchFamily="50" charset="-127"/>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extLst>
                  <a:ext uri="{0D108BD9-81ED-4DB2-BD59-A6C34878D82A}">
                    <a16:rowId xmlns:a16="http://schemas.microsoft.com/office/drawing/2014/main" val="133424732"/>
                  </a:ext>
                </a:extLst>
              </a:tr>
              <a:tr h="209550">
                <a:tc>
                  <a:txBody>
                    <a:bodyPr/>
                    <a:lstStyle/>
                    <a:p>
                      <a:pPr algn="l" rtl="0" fontAlgn="ctr">
                        <a:buNone/>
                      </a:pPr>
                      <a:r>
                        <a:rPr lang="en-US" sz="800" b="1" i="0" u="none" strike="noStrike">
                          <a:solidFill>
                            <a:srgbClr val="535353"/>
                          </a:solidFill>
                          <a:effectLst/>
                          <a:latin typeface="나눔스퀘어 네오 OTF Light" panose="00000400000000000000" pitchFamily="50" charset="-127"/>
                          <a:ea typeface="나눔스퀘어 네오 OTF Light" panose="00000400000000000000" pitchFamily="50" charset="-127"/>
                        </a:rPr>
                        <a:t>MNS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l" rtl="0" fontAlgn="ctr">
                        <a:buNone/>
                      </a:pPr>
                      <a:r>
                        <a:rPr lang="ko-KR" altLang="en-US" sz="700" b="0" i="0" u="none" strike="noStrike" dirty="0">
                          <a:solidFill>
                            <a:srgbClr val="535353"/>
                          </a:solidFill>
                          <a:effectLst/>
                          <a:latin typeface="나눔스퀘어 네오 OTF Light" panose="00000400000000000000" pitchFamily="50" charset="-127"/>
                          <a:ea typeface="나눔스퀘어 네오 OTF Light" panose="00000400000000000000" pitchFamily="50" charset="-127"/>
                        </a:rPr>
                        <a:t>名创优品</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r" rtl="0" fontAlgn="ctr">
                        <a:buNone/>
                      </a:pPr>
                      <a:r>
                        <a:rPr lang="en-US" altLang="ko-KR" sz="800" b="0" i="0" u="none" strike="noStrike">
                          <a:solidFill>
                            <a:srgbClr val="535353"/>
                          </a:solidFill>
                          <a:effectLst/>
                          <a:latin typeface="나눔스퀘어 네오 OTF Light" panose="00000400000000000000" pitchFamily="50" charset="-127"/>
                          <a:ea typeface="나눔스퀘어 네오 OTF Light" panose="00000400000000000000" pitchFamily="50" charset="-127"/>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extLst>
                  <a:ext uri="{0D108BD9-81ED-4DB2-BD59-A6C34878D82A}">
                    <a16:rowId xmlns:a16="http://schemas.microsoft.com/office/drawing/2014/main" val="1234588246"/>
                  </a:ext>
                </a:extLst>
              </a:tr>
              <a:tr h="209550">
                <a:tc>
                  <a:txBody>
                    <a:bodyPr/>
                    <a:lstStyle/>
                    <a:p>
                      <a:pPr algn="l" rtl="0" fontAlgn="ctr">
                        <a:buNone/>
                      </a:pPr>
                      <a:r>
                        <a:rPr lang="en-US" sz="800" b="0" i="0" u="none" strike="noStrike">
                          <a:solidFill>
                            <a:srgbClr val="000000"/>
                          </a:solidFill>
                          <a:effectLst/>
                          <a:latin typeface="나눔스퀘어 네오 OTF Light" panose="00000400000000000000" pitchFamily="50" charset="-127"/>
                          <a:ea typeface="나눔스퀘어 네오 OTF Light" panose="00000400000000000000" pitchFamily="50" charset="-127"/>
                        </a:rPr>
                        <a:t>WXJ</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FFFFFF"/>
                      </a:solidFill>
                      <a:prstDash val="solid"/>
                      <a:round/>
                      <a:headEnd type="none" w="med" len="med"/>
                      <a:tailEnd type="none" w="med" len="med"/>
                    </a:lnB>
                    <a:noFill/>
                  </a:tcPr>
                </a:tc>
                <a:tc>
                  <a:txBody>
                    <a:bodyPr/>
                    <a:lstStyle/>
                    <a:p>
                      <a:pPr algn="l" rtl="0" fontAlgn="ctr">
                        <a:buNone/>
                      </a:pPr>
                      <a:r>
                        <a:rPr lang="ko-KR" altLang="en-US" sz="700" b="0" i="0" u="none" strike="noStrike">
                          <a:solidFill>
                            <a:srgbClr val="000000"/>
                          </a:solidFill>
                          <a:effectLst/>
                          <a:latin typeface="나눔스퀘어 네오 OTF Light" panose="00000400000000000000" pitchFamily="50" charset="-127"/>
                          <a:ea typeface="나눔스퀘어 네오 OTF Light" panose="00000400000000000000" pitchFamily="50" charset="-127"/>
                        </a:rPr>
                        <a:t>无限极</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FFFFFF"/>
                      </a:solidFill>
                      <a:prstDash val="solid"/>
                      <a:round/>
                      <a:headEnd type="none" w="med" len="med"/>
                      <a:tailEnd type="none" w="med" len="med"/>
                    </a:lnB>
                    <a:noFill/>
                  </a:tcPr>
                </a:tc>
                <a:tc>
                  <a:txBody>
                    <a:bodyPr/>
                    <a:lstStyle/>
                    <a:p>
                      <a:pPr algn="r" rtl="0" fontAlgn="ctr">
                        <a:buNone/>
                      </a:pPr>
                      <a:r>
                        <a:rPr lang="en-US" altLang="ko-KR" sz="800" b="0" i="0" u="none" strike="noStrike" dirty="0">
                          <a:solidFill>
                            <a:srgbClr val="000000"/>
                          </a:solidFill>
                          <a:effectLst/>
                          <a:latin typeface="나눔스퀘어 네오 OTF Light" panose="00000400000000000000" pitchFamily="50" charset="-127"/>
                          <a:ea typeface="나눔스퀘어 네오 OTF Light" panose="00000400000000000000" pitchFamily="50" charset="-127"/>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76608554"/>
                  </a:ext>
                </a:extLst>
              </a:tr>
            </a:tbl>
          </a:graphicData>
        </a:graphic>
      </p:graphicFrame>
      <p:graphicFrame>
        <p:nvGraphicFramePr>
          <p:cNvPr id="11" name="표 10">
            <a:extLst>
              <a:ext uri="{FF2B5EF4-FFF2-40B4-BE49-F238E27FC236}">
                <a16:creationId xmlns:a16="http://schemas.microsoft.com/office/drawing/2014/main" id="{5F32FEF1-25C1-C960-D59D-760DDD8B4D81}"/>
              </a:ext>
            </a:extLst>
          </p:cNvPr>
          <p:cNvGraphicFramePr>
            <a:graphicFrameLocks noGrp="1"/>
          </p:cNvGraphicFramePr>
          <p:nvPr>
            <p:extLst>
              <p:ext uri="{D42A27DB-BD31-4B8C-83A1-F6EECF244321}">
                <p14:modId xmlns:p14="http://schemas.microsoft.com/office/powerpoint/2010/main" val="2942746035"/>
              </p:ext>
            </p:extLst>
          </p:nvPr>
        </p:nvGraphicFramePr>
        <p:xfrm>
          <a:off x="9601432" y="4527366"/>
          <a:ext cx="1647273" cy="628650"/>
        </p:xfrm>
        <a:graphic>
          <a:graphicData uri="http://schemas.openxmlformats.org/drawingml/2006/table">
            <a:tbl>
              <a:tblPr/>
              <a:tblGrid>
                <a:gridCol w="549091">
                  <a:extLst>
                    <a:ext uri="{9D8B030D-6E8A-4147-A177-3AD203B41FA5}">
                      <a16:colId xmlns:a16="http://schemas.microsoft.com/office/drawing/2014/main" val="2511431897"/>
                    </a:ext>
                  </a:extLst>
                </a:gridCol>
                <a:gridCol w="549091">
                  <a:extLst>
                    <a:ext uri="{9D8B030D-6E8A-4147-A177-3AD203B41FA5}">
                      <a16:colId xmlns:a16="http://schemas.microsoft.com/office/drawing/2014/main" val="2607732046"/>
                    </a:ext>
                  </a:extLst>
                </a:gridCol>
                <a:gridCol w="549091">
                  <a:extLst>
                    <a:ext uri="{9D8B030D-6E8A-4147-A177-3AD203B41FA5}">
                      <a16:colId xmlns:a16="http://schemas.microsoft.com/office/drawing/2014/main" val="4097041343"/>
                    </a:ext>
                  </a:extLst>
                </a:gridCol>
              </a:tblGrid>
              <a:tr h="209550">
                <a:tc>
                  <a:txBody>
                    <a:bodyPr/>
                    <a:lstStyle/>
                    <a:p>
                      <a:pPr algn="l" rtl="0" fontAlgn="ctr">
                        <a:buNone/>
                      </a:pPr>
                      <a:r>
                        <a:rPr lang="en-US" sz="800" b="1" i="0" u="none" strike="noStrike">
                          <a:solidFill>
                            <a:srgbClr val="535353"/>
                          </a:solidFill>
                          <a:effectLst/>
                          <a:latin typeface="나눔스퀘어 네오 OTF Light" panose="00000400000000000000" pitchFamily="50" charset="-127"/>
                          <a:ea typeface="나눔스퀘어 네오 OTF Light" panose="00000400000000000000" pitchFamily="50" charset="-127"/>
                        </a:rPr>
                        <a:t>GFM</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l" rtl="0" fontAlgn="ctr">
                        <a:buNone/>
                      </a:pPr>
                      <a:r>
                        <a:rPr lang="ko-KR" altLang="en-US" sz="700" b="0" i="0" u="none" strike="noStrike">
                          <a:solidFill>
                            <a:srgbClr val="535353"/>
                          </a:solidFill>
                          <a:effectLst/>
                          <a:latin typeface="나눔스퀘어 네오 OTF Light" panose="00000400000000000000" pitchFamily="50" charset="-127"/>
                          <a:ea typeface="나눔스퀘어 네오 OTF Light" panose="00000400000000000000" pitchFamily="50" charset="-127"/>
                        </a:rPr>
                        <a:t>蜚美</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r" rtl="0" fontAlgn="ctr">
                        <a:buNone/>
                      </a:pPr>
                      <a:r>
                        <a:rPr lang="en-US" altLang="ko-KR" sz="800" b="0" i="0" u="none" strike="noStrike" dirty="0">
                          <a:solidFill>
                            <a:srgbClr val="000000"/>
                          </a:solidFill>
                          <a:effectLst/>
                          <a:latin typeface="나눔스퀘어 네오 OTF Light" panose="00000400000000000000" pitchFamily="50" charset="-127"/>
                          <a:ea typeface="나눔스퀘어 네오 OTF Light" panose="00000400000000000000" pitchFamily="50" charset="-127"/>
                        </a:rPr>
                        <a:t>28(-4)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extLst>
                  <a:ext uri="{0D108BD9-81ED-4DB2-BD59-A6C34878D82A}">
                    <a16:rowId xmlns:a16="http://schemas.microsoft.com/office/drawing/2014/main" val="3198994572"/>
                  </a:ext>
                </a:extLst>
              </a:tr>
              <a:tr h="209550">
                <a:tc>
                  <a:txBody>
                    <a:bodyPr/>
                    <a:lstStyle/>
                    <a:p>
                      <a:pPr algn="l" rtl="0" fontAlgn="ctr">
                        <a:buNone/>
                      </a:pPr>
                      <a:r>
                        <a:rPr lang="en-US" sz="800" b="1" i="0" u="none" strike="noStrike">
                          <a:solidFill>
                            <a:srgbClr val="535353"/>
                          </a:solidFill>
                          <a:effectLst/>
                          <a:latin typeface="나눔스퀘어 네오 OTF Light" panose="00000400000000000000" pitchFamily="50" charset="-127"/>
                          <a:ea typeface="나눔스퀘어 네오 OTF Light" panose="00000400000000000000" pitchFamily="50" charset="-127"/>
                        </a:rPr>
                        <a:t>GRO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l" rtl="0" fontAlgn="ctr">
                        <a:buNone/>
                      </a:pPr>
                      <a:r>
                        <a:rPr lang="en-US" sz="700" b="0" i="0" u="none" strike="noStrike" dirty="0" err="1">
                          <a:solidFill>
                            <a:srgbClr val="535353"/>
                          </a:solidFill>
                          <a:effectLst/>
                          <a:latin typeface="나눔스퀘어 네오 OTF Light" panose="00000400000000000000" pitchFamily="50" charset="-127"/>
                          <a:ea typeface="나눔스퀘어 네오 OTF Light" panose="00000400000000000000" pitchFamily="50" charset="-127"/>
                        </a:rPr>
                        <a:t>Groland</a:t>
                      </a:r>
                      <a:endParaRPr lang="en-US" sz="700" b="0" i="0" u="none" strike="noStrike" dirty="0">
                        <a:solidFill>
                          <a:srgbClr val="535353"/>
                        </a:solidFill>
                        <a:effectLst/>
                        <a:latin typeface="나눔스퀘어 네오 OTF Light" panose="00000400000000000000" pitchFamily="50" charset="-127"/>
                        <a:ea typeface="나눔스퀘어 네오 OTF Light" panose="00000400000000000000" pitchFamily="50" charset="-127"/>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tc>
                  <a:txBody>
                    <a:bodyPr/>
                    <a:lstStyle/>
                    <a:p>
                      <a:pPr algn="r" rtl="0" fontAlgn="ctr">
                        <a:buNone/>
                      </a:pPr>
                      <a:r>
                        <a:rPr lang="en-US" altLang="ko-KR" sz="800" b="0" i="0" u="none" strike="noStrike" dirty="0">
                          <a:solidFill>
                            <a:srgbClr val="535353"/>
                          </a:solidFill>
                          <a:effectLst/>
                          <a:latin typeface="나눔스퀘어 네오 OTF Light" panose="00000400000000000000" pitchFamily="50" charset="-127"/>
                          <a:ea typeface="나눔스퀘어 네오 OTF Light" panose="00000400000000000000" pitchFamily="50" charset="-127"/>
                        </a:rPr>
                        <a:t>7(+2)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D0D8E8"/>
                      </a:solidFill>
                      <a:prstDash val="solid"/>
                      <a:round/>
                      <a:headEnd type="none" w="med" len="med"/>
                      <a:tailEnd type="none" w="med" len="med"/>
                    </a:lnB>
                    <a:noFill/>
                  </a:tcPr>
                </a:tc>
                <a:extLst>
                  <a:ext uri="{0D108BD9-81ED-4DB2-BD59-A6C34878D82A}">
                    <a16:rowId xmlns:a16="http://schemas.microsoft.com/office/drawing/2014/main" val="1068221169"/>
                  </a:ext>
                </a:extLst>
              </a:tr>
              <a:tr h="209550">
                <a:tc>
                  <a:txBody>
                    <a:bodyPr/>
                    <a:lstStyle/>
                    <a:p>
                      <a:pPr algn="l" rtl="0" fontAlgn="ctr">
                        <a:buNone/>
                      </a:pPr>
                      <a:r>
                        <a:rPr lang="en-US" sz="800" b="0" i="0" u="none" strike="noStrike" dirty="0">
                          <a:solidFill>
                            <a:srgbClr val="000000"/>
                          </a:solidFill>
                          <a:effectLst/>
                          <a:latin typeface="나눔스퀘어 네오 OTF Light" panose="00000400000000000000" pitchFamily="50" charset="-127"/>
                          <a:ea typeface="나눔스퀘어 네오 OTF Light" panose="00000400000000000000" pitchFamily="50" charset="-127"/>
                        </a:rPr>
                        <a:t>NSG</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FFFFFF"/>
                      </a:solidFill>
                      <a:prstDash val="solid"/>
                      <a:round/>
                      <a:headEnd type="none" w="med" len="med"/>
                      <a:tailEnd type="none" w="med" len="med"/>
                    </a:lnB>
                    <a:noFill/>
                  </a:tcPr>
                </a:tc>
                <a:tc>
                  <a:txBody>
                    <a:bodyPr/>
                    <a:lstStyle/>
                    <a:p>
                      <a:pPr algn="l" rtl="0" fontAlgn="ctr">
                        <a:buNone/>
                      </a:pPr>
                      <a:endParaRPr lang="ko-KR" altLang="en-US" sz="700" b="0" i="0" u="none" strike="noStrike" dirty="0">
                        <a:solidFill>
                          <a:srgbClr val="000000"/>
                        </a:solidFill>
                        <a:effectLst/>
                        <a:latin typeface="나눔스퀘어 네오 OTF Light" panose="00000400000000000000" pitchFamily="50" charset="-127"/>
                        <a:ea typeface="나눔스퀘어 네오 OTF Light" panose="00000400000000000000" pitchFamily="50" charset="-127"/>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FFFFFF"/>
                      </a:solidFill>
                      <a:prstDash val="solid"/>
                      <a:round/>
                      <a:headEnd type="none" w="med" len="med"/>
                      <a:tailEnd type="none" w="med" len="med"/>
                    </a:lnB>
                    <a:noFill/>
                  </a:tcPr>
                </a:tc>
                <a:tc>
                  <a:txBody>
                    <a:bodyPr/>
                    <a:lstStyle/>
                    <a:p>
                      <a:pPr algn="r" rtl="0" fontAlgn="ctr">
                        <a:buNone/>
                      </a:pPr>
                      <a:r>
                        <a:rPr lang="en-US" altLang="ko-KR" sz="800" b="0" i="0" u="none" strike="noStrike" dirty="0">
                          <a:solidFill>
                            <a:srgbClr val="000000"/>
                          </a:solidFill>
                          <a:effectLst/>
                          <a:latin typeface="나눔스퀘어 네오 OTF Light" panose="00000400000000000000" pitchFamily="50" charset="-127"/>
                          <a:ea typeface="나눔스퀘어 네오 OTF Light" panose="00000400000000000000" pitchFamily="50" charset="-127"/>
                        </a:rPr>
                        <a:t>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0D8E8"/>
                      </a:solidFill>
                      <a:prstDash val="solid"/>
                      <a:round/>
                      <a:headEnd type="none" w="med" len="med"/>
                      <a:tailEnd type="none" w="med" len="med"/>
                    </a:lnT>
                    <a:lnB w="635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880909803"/>
                  </a:ext>
                </a:extLst>
              </a:tr>
            </a:tbl>
          </a:graphicData>
        </a:graphic>
      </p:graphicFrame>
      <p:sp>
        <p:nvSpPr>
          <p:cNvPr id="12" name="TextBox 11">
            <a:extLst>
              <a:ext uri="{FF2B5EF4-FFF2-40B4-BE49-F238E27FC236}">
                <a16:creationId xmlns:a16="http://schemas.microsoft.com/office/drawing/2014/main" id="{7B20CBE6-AC8C-2C6A-367B-9E5102A34275}"/>
              </a:ext>
            </a:extLst>
          </p:cNvPr>
          <p:cNvSpPr txBox="1"/>
          <p:nvPr/>
        </p:nvSpPr>
        <p:spPr>
          <a:xfrm>
            <a:off x="1396466" y="1694371"/>
            <a:ext cx="642519" cy="200055"/>
          </a:xfrm>
          <a:prstGeom prst="rect">
            <a:avLst/>
          </a:prstGeom>
          <a:noFill/>
        </p:spPr>
        <p:txBody>
          <a:bodyPr wrap="square" rtlCol="0">
            <a:spAutoFit/>
          </a:bodyPr>
          <a:lstStyle/>
          <a:p>
            <a:pPr algn="ctr"/>
            <a:r>
              <a:rPr lang="en-US" altLang="ko-KR" sz="700" dirty="0">
                <a:solidFill>
                  <a:schemeClr val="bg2">
                    <a:lumMod val="50000"/>
                  </a:schemeClr>
                </a:solidFill>
                <a:latin typeface="나눔스퀘어 네오 OTF Light" panose="00000400000000000000" pitchFamily="50" charset="-127"/>
                <a:ea typeface="나눔스퀘어 네오 OTF Light" panose="00000400000000000000" pitchFamily="50" charset="-127"/>
              </a:rPr>
              <a:t>3/6</a:t>
            </a:r>
            <a:r>
              <a:rPr lang="ko-KR" altLang="en-US" sz="700" dirty="0">
                <a:solidFill>
                  <a:schemeClr val="bg2">
                    <a:lumMod val="50000"/>
                  </a:schemeClr>
                </a:solidFill>
                <a:latin typeface="나눔스퀘어 네오 OTF Light" panose="00000400000000000000" pitchFamily="50" charset="-127"/>
                <a:ea typeface="나눔스퀘어 네오 OTF Light" panose="00000400000000000000" pitchFamily="50" charset="-127"/>
              </a:rPr>
              <a:t>대비</a:t>
            </a:r>
            <a:endParaRPr lang="ko-KR" altLang="en-US" sz="800" dirty="0">
              <a:solidFill>
                <a:srgbClr val="C00000"/>
              </a:solidFill>
              <a:latin typeface="나눔스퀘어 네오 OTF Light" panose="00000400000000000000" pitchFamily="50" charset="-127"/>
              <a:ea typeface="나눔스퀘어 네오 OTF Light" panose="00000400000000000000" pitchFamily="50" charset="-127"/>
            </a:endParaRPr>
          </a:p>
        </p:txBody>
      </p:sp>
      <p:sp>
        <p:nvSpPr>
          <p:cNvPr id="14" name="TextBox 13">
            <a:extLst>
              <a:ext uri="{FF2B5EF4-FFF2-40B4-BE49-F238E27FC236}">
                <a16:creationId xmlns:a16="http://schemas.microsoft.com/office/drawing/2014/main" id="{A200C39D-6DE3-1238-CA15-D097CE6EA904}"/>
              </a:ext>
            </a:extLst>
          </p:cNvPr>
          <p:cNvSpPr txBox="1"/>
          <p:nvPr/>
        </p:nvSpPr>
        <p:spPr>
          <a:xfrm>
            <a:off x="1467107" y="1923148"/>
            <a:ext cx="484024" cy="215444"/>
          </a:xfrm>
          <a:prstGeom prst="rect">
            <a:avLst/>
          </a:prstGeom>
          <a:noFill/>
        </p:spPr>
        <p:txBody>
          <a:bodyPr wrap="square" rtlCol="0">
            <a:spAutoFit/>
          </a:bodyPr>
          <a:lstStyle/>
          <a:p>
            <a:pPr algn="ctr"/>
            <a:r>
              <a:rPr lang="en-US" altLang="ko-KR" sz="800" dirty="0">
                <a:solidFill>
                  <a:srgbClr val="00B050"/>
                </a:solidFill>
                <a:latin typeface="나눔스퀘어 네오 OTF Bold" panose="00000800000000000000" pitchFamily="50" charset="-127"/>
                <a:ea typeface="나눔스퀘어 네오 OTF Bold" panose="00000800000000000000" pitchFamily="50" charset="-127"/>
              </a:rPr>
              <a:t>(+6)</a:t>
            </a:r>
            <a:r>
              <a:rPr lang="ko-KR" altLang="en-US" sz="800" dirty="0">
                <a:solidFill>
                  <a:srgbClr val="00B050"/>
                </a:solidFill>
                <a:latin typeface="나눔스퀘어 네오 OTF Bold" panose="00000800000000000000" pitchFamily="50" charset="-127"/>
                <a:ea typeface="나눔스퀘어 네오 OTF Bold" panose="00000800000000000000" pitchFamily="50" charset="-127"/>
              </a:rPr>
              <a:t> </a:t>
            </a:r>
          </a:p>
        </p:txBody>
      </p:sp>
      <p:sp>
        <p:nvSpPr>
          <p:cNvPr id="15" name="TextBox 14">
            <a:extLst>
              <a:ext uri="{FF2B5EF4-FFF2-40B4-BE49-F238E27FC236}">
                <a16:creationId xmlns:a16="http://schemas.microsoft.com/office/drawing/2014/main" id="{8F146EB6-C381-F05C-060E-7485A2E31A52}"/>
              </a:ext>
            </a:extLst>
          </p:cNvPr>
          <p:cNvSpPr txBox="1"/>
          <p:nvPr/>
        </p:nvSpPr>
        <p:spPr>
          <a:xfrm>
            <a:off x="1406714" y="4363052"/>
            <a:ext cx="642519" cy="200055"/>
          </a:xfrm>
          <a:prstGeom prst="rect">
            <a:avLst/>
          </a:prstGeom>
          <a:noFill/>
        </p:spPr>
        <p:txBody>
          <a:bodyPr wrap="square" rtlCol="0">
            <a:spAutoFit/>
          </a:bodyPr>
          <a:lstStyle/>
          <a:p>
            <a:pPr algn="ctr"/>
            <a:r>
              <a:rPr lang="en-US" altLang="ko-KR" sz="700" dirty="0">
                <a:solidFill>
                  <a:schemeClr val="bg2">
                    <a:lumMod val="50000"/>
                  </a:schemeClr>
                </a:solidFill>
                <a:latin typeface="나눔스퀘어 네오 OTF Light" panose="00000400000000000000" pitchFamily="50" charset="-127"/>
                <a:ea typeface="나눔스퀘어 네오 OTF Light" panose="00000400000000000000" pitchFamily="50" charset="-127"/>
              </a:rPr>
              <a:t>3/6</a:t>
            </a:r>
            <a:r>
              <a:rPr lang="ko-KR" altLang="en-US" sz="700" dirty="0">
                <a:solidFill>
                  <a:schemeClr val="bg2">
                    <a:lumMod val="50000"/>
                  </a:schemeClr>
                </a:solidFill>
                <a:latin typeface="나눔스퀘어 네오 OTF Light" panose="00000400000000000000" pitchFamily="50" charset="-127"/>
                <a:ea typeface="나눔스퀘어 네오 OTF Light" panose="00000400000000000000" pitchFamily="50" charset="-127"/>
              </a:rPr>
              <a:t>대비</a:t>
            </a:r>
            <a:endParaRPr lang="ko-KR" altLang="en-US" sz="800" dirty="0">
              <a:solidFill>
                <a:srgbClr val="C00000"/>
              </a:solidFill>
              <a:latin typeface="나눔스퀘어 네오 OTF Light" panose="00000400000000000000" pitchFamily="50" charset="-127"/>
              <a:ea typeface="나눔스퀘어 네오 OTF Light" panose="00000400000000000000" pitchFamily="50" charset="-127"/>
            </a:endParaRPr>
          </a:p>
        </p:txBody>
      </p:sp>
      <p:sp>
        <p:nvSpPr>
          <p:cNvPr id="16" name="TextBox 15">
            <a:extLst>
              <a:ext uri="{FF2B5EF4-FFF2-40B4-BE49-F238E27FC236}">
                <a16:creationId xmlns:a16="http://schemas.microsoft.com/office/drawing/2014/main" id="{A1ED05B3-A1C2-E356-51D1-5C17416A75A4}"/>
              </a:ext>
            </a:extLst>
          </p:cNvPr>
          <p:cNvSpPr txBox="1"/>
          <p:nvPr/>
        </p:nvSpPr>
        <p:spPr>
          <a:xfrm>
            <a:off x="1477355" y="4591829"/>
            <a:ext cx="484024" cy="215444"/>
          </a:xfrm>
          <a:prstGeom prst="rect">
            <a:avLst/>
          </a:prstGeom>
          <a:noFill/>
        </p:spPr>
        <p:txBody>
          <a:bodyPr wrap="square" rtlCol="0">
            <a:spAutoFit/>
          </a:bodyPr>
          <a:lstStyle/>
          <a:p>
            <a:pPr algn="ctr"/>
            <a:r>
              <a:rPr lang="en-US" altLang="ko-KR" sz="800" dirty="0">
                <a:solidFill>
                  <a:srgbClr val="00B050"/>
                </a:solidFill>
                <a:latin typeface="나눔스퀘어 네오 OTF Bold" panose="00000800000000000000" pitchFamily="50" charset="-127"/>
                <a:ea typeface="나눔스퀘어 네오 OTF Bold" panose="00000800000000000000" pitchFamily="50" charset="-127"/>
              </a:rPr>
              <a:t>(+4)</a:t>
            </a:r>
            <a:r>
              <a:rPr lang="ko-KR" altLang="en-US" sz="800" dirty="0">
                <a:solidFill>
                  <a:srgbClr val="00B050"/>
                </a:solidFill>
                <a:latin typeface="나눔스퀘어 네오 OTF Bold" panose="00000800000000000000" pitchFamily="50" charset="-127"/>
                <a:ea typeface="나눔스퀘어 네오 OTF Bold" panose="00000800000000000000" pitchFamily="50" charset="-127"/>
              </a:rPr>
              <a:t> </a:t>
            </a:r>
          </a:p>
        </p:txBody>
      </p:sp>
      <p:sp>
        <p:nvSpPr>
          <p:cNvPr id="81" name="TextBox 80">
            <a:extLst>
              <a:ext uri="{FF2B5EF4-FFF2-40B4-BE49-F238E27FC236}">
                <a16:creationId xmlns:a16="http://schemas.microsoft.com/office/drawing/2014/main" id="{FBED8ECE-10C7-E8A9-4796-7A973E8BB307}"/>
              </a:ext>
            </a:extLst>
          </p:cNvPr>
          <p:cNvSpPr txBox="1"/>
          <p:nvPr/>
        </p:nvSpPr>
        <p:spPr>
          <a:xfrm>
            <a:off x="6929649" y="1655541"/>
            <a:ext cx="642519" cy="200055"/>
          </a:xfrm>
          <a:prstGeom prst="rect">
            <a:avLst/>
          </a:prstGeom>
          <a:noFill/>
        </p:spPr>
        <p:txBody>
          <a:bodyPr wrap="square" rtlCol="0">
            <a:spAutoFit/>
          </a:bodyPr>
          <a:lstStyle/>
          <a:p>
            <a:pPr algn="ctr"/>
            <a:r>
              <a:rPr lang="en-US" altLang="ko-KR" sz="700" dirty="0">
                <a:solidFill>
                  <a:schemeClr val="bg2">
                    <a:lumMod val="50000"/>
                  </a:schemeClr>
                </a:solidFill>
                <a:latin typeface="나눔스퀘어 네오 OTF Light" panose="00000400000000000000" pitchFamily="50" charset="-127"/>
                <a:ea typeface="나눔스퀘어 네오 OTF Light" panose="00000400000000000000" pitchFamily="50" charset="-127"/>
              </a:rPr>
              <a:t>3/6</a:t>
            </a:r>
            <a:r>
              <a:rPr lang="ko-KR" altLang="en-US" sz="700" dirty="0">
                <a:solidFill>
                  <a:schemeClr val="bg2">
                    <a:lumMod val="50000"/>
                  </a:schemeClr>
                </a:solidFill>
                <a:latin typeface="나눔스퀘어 네오 OTF Light" panose="00000400000000000000" pitchFamily="50" charset="-127"/>
                <a:ea typeface="나눔스퀘어 네오 OTF Light" panose="00000400000000000000" pitchFamily="50" charset="-127"/>
              </a:rPr>
              <a:t>대비</a:t>
            </a:r>
            <a:endParaRPr lang="ko-KR" altLang="en-US" sz="800" dirty="0">
              <a:solidFill>
                <a:srgbClr val="C00000"/>
              </a:solidFill>
              <a:latin typeface="나눔스퀘어 네오 OTF Light" panose="00000400000000000000" pitchFamily="50" charset="-127"/>
              <a:ea typeface="나눔스퀘어 네오 OTF Light" panose="00000400000000000000" pitchFamily="50" charset="-127"/>
            </a:endParaRPr>
          </a:p>
        </p:txBody>
      </p:sp>
      <p:sp>
        <p:nvSpPr>
          <p:cNvPr id="82" name="TextBox 81">
            <a:extLst>
              <a:ext uri="{FF2B5EF4-FFF2-40B4-BE49-F238E27FC236}">
                <a16:creationId xmlns:a16="http://schemas.microsoft.com/office/drawing/2014/main" id="{78E62FF7-DB8A-C6DE-912E-609EAEF8E9C9}"/>
              </a:ext>
            </a:extLst>
          </p:cNvPr>
          <p:cNvSpPr txBox="1"/>
          <p:nvPr/>
        </p:nvSpPr>
        <p:spPr>
          <a:xfrm>
            <a:off x="7000290" y="1884318"/>
            <a:ext cx="484024" cy="215444"/>
          </a:xfrm>
          <a:prstGeom prst="rect">
            <a:avLst/>
          </a:prstGeom>
          <a:noFill/>
        </p:spPr>
        <p:txBody>
          <a:bodyPr wrap="square" rtlCol="0">
            <a:spAutoFit/>
          </a:bodyPr>
          <a:lstStyle/>
          <a:p>
            <a:pPr algn="ctr"/>
            <a:r>
              <a:rPr lang="en-US" altLang="ko-KR" sz="800" dirty="0">
                <a:solidFill>
                  <a:srgbClr val="C00000"/>
                </a:solidFill>
                <a:latin typeface="나눔스퀘어 네오 OTF Bold" panose="00000800000000000000" pitchFamily="50" charset="-127"/>
                <a:ea typeface="나눔스퀘어 네오 OTF Bold" panose="00000800000000000000" pitchFamily="50" charset="-127"/>
              </a:rPr>
              <a:t>(-5)</a:t>
            </a:r>
            <a:r>
              <a:rPr lang="ko-KR" altLang="en-US" sz="800" dirty="0">
                <a:solidFill>
                  <a:srgbClr val="C00000"/>
                </a:solidFill>
                <a:latin typeface="나눔스퀘어 네오 OTF Bold" panose="00000800000000000000" pitchFamily="50" charset="-127"/>
                <a:ea typeface="나눔스퀘어 네오 OTF Bold" panose="00000800000000000000" pitchFamily="50" charset="-127"/>
              </a:rPr>
              <a:t> </a:t>
            </a:r>
          </a:p>
        </p:txBody>
      </p:sp>
      <p:sp>
        <p:nvSpPr>
          <p:cNvPr id="83" name="TextBox 82">
            <a:extLst>
              <a:ext uri="{FF2B5EF4-FFF2-40B4-BE49-F238E27FC236}">
                <a16:creationId xmlns:a16="http://schemas.microsoft.com/office/drawing/2014/main" id="{9A793FA2-998F-48DD-2209-EEEE7EF9A173}"/>
              </a:ext>
            </a:extLst>
          </p:cNvPr>
          <p:cNvSpPr txBox="1"/>
          <p:nvPr/>
        </p:nvSpPr>
        <p:spPr>
          <a:xfrm>
            <a:off x="7995623" y="4381893"/>
            <a:ext cx="642519" cy="200055"/>
          </a:xfrm>
          <a:prstGeom prst="rect">
            <a:avLst/>
          </a:prstGeom>
          <a:noFill/>
        </p:spPr>
        <p:txBody>
          <a:bodyPr wrap="square" rtlCol="0">
            <a:spAutoFit/>
          </a:bodyPr>
          <a:lstStyle/>
          <a:p>
            <a:pPr algn="ctr"/>
            <a:r>
              <a:rPr lang="en-US" altLang="ko-KR" sz="700" dirty="0">
                <a:solidFill>
                  <a:schemeClr val="bg2">
                    <a:lumMod val="50000"/>
                  </a:schemeClr>
                </a:solidFill>
                <a:latin typeface="나눔스퀘어 네오 OTF Light" panose="00000400000000000000" pitchFamily="50" charset="-127"/>
                <a:ea typeface="나눔스퀘어 네오 OTF Light" panose="00000400000000000000" pitchFamily="50" charset="-127"/>
              </a:rPr>
              <a:t>3/6</a:t>
            </a:r>
            <a:r>
              <a:rPr lang="ko-KR" altLang="en-US" sz="700" dirty="0">
                <a:solidFill>
                  <a:schemeClr val="bg2">
                    <a:lumMod val="50000"/>
                  </a:schemeClr>
                </a:solidFill>
                <a:latin typeface="나눔스퀘어 네오 OTF Light" panose="00000400000000000000" pitchFamily="50" charset="-127"/>
                <a:ea typeface="나눔스퀘어 네오 OTF Light" panose="00000400000000000000" pitchFamily="50" charset="-127"/>
              </a:rPr>
              <a:t>대비</a:t>
            </a:r>
            <a:endParaRPr lang="ko-KR" altLang="en-US" sz="800" dirty="0">
              <a:solidFill>
                <a:srgbClr val="C00000"/>
              </a:solidFill>
              <a:latin typeface="나눔스퀘어 네오 OTF Light" panose="00000400000000000000" pitchFamily="50" charset="-127"/>
              <a:ea typeface="나눔스퀘어 네오 OTF Light" panose="00000400000000000000" pitchFamily="50" charset="-127"/>
            </a:endParaRPr>
          </a:p>
        </p:txBody>
      </p:sp>
      <p:sp>
        <p:nvSpPr>
          <p:cNvPr id="84" name="TextBox 83">
            <a:extLst>
              <a:ext uri="{FF2B5EF4-FFF2-40B4-BE49-F238E27FC236}">
                <a16:creationId xmlns:a16="http://schemas.microsoft.com/office/drawing/2014/main" id="{5516ECAC-A1D2-CAAE-899E-4B18648548E5}"/>
              </a:ext>
            </a:extLst>
          </p:cNvPr>
          <p:cNvSpPr txBox="1"/>
          <p:nvPr/>
        </p:nvSpPr>
        <p:spPr>
          <a:xfrm>
            <a:off x="8066264" y="4610670"/>
            <a:ext cx="484024" cy="215444"/>
          </a:xfrm>
          <a:prstGeom prst="rect">
            <a:avLst/>
          </a:prstGeom>
          <a:noFill/>
        </p:spPr>
        <p:txBody>
          <a:bodyPr wrap="square" rtlCol="0">
            <a:spAutoFit/>
          </a:bodyPr>
          <a:lstStyle/>
          <a:p>
            <a:pPr algn="ctr"/>
            <a:r>
              <a:rPr lang="en-US" altLang="ko-KR" sz="800" dirty="0">
                <a:solidFill>
                  <a:srgbClr val="C00000"/>
                </a:solidFill>
                <a:latin typeface="나눔스퀘어 네오 OTF Bold" panose="00000800000000000000" pitchFamily="50" charset="-127"/>
                <a:ea typeface="나눔스퀘어 네오 OTF Bold" panose="00000800000000000000" pitchFamily="50" charset="-127"/>
              </a:rPr>
              <a:t>(-3)</a:t>
            </a:r>
            <a:r>
              <a:rPr lang="ko-KR" altLang="en-US" sz="800" dirty="0">
                <a:solidFill>
                  <a:srgbClr val="C00000"/>
                </a:solidFill>
                <a:latin typeface="나눔스퀘어 네오 OTF Bold" panose="00000800000000000000" pitchFamily="50" charset="-127"/>
                <a:ea typeface="나눔스퀘어 네오 OTF Bold" panose="00000800000000000000" pitchFamily="50" charset="-127"/>
              </a:rPr>
              <a:t> </a:t>
            </a:r>
          </a:p>
        </p:txBody>
      </p:sp>
      <p:sp>
        <p:nvSpPr>
          <p:cNvPr id="18" name="Text 19">
            <a:extLst>
              <a:ext uri="{FF2B5EF4-FFF2-40B4-BE49-F238E27FC236}">
                <a16:creationId xmlns:a16="http://schemas.microsoft.com/office/drawing/2014/main" id="{13BFC72F-F5B7-316C-FAAC-4B4266D0AA5E}"/>
              </a:ext>
            </a:extLst>
          </p:cNvPr>
          <p:cNvSpPr txBox="1"/>
          <p:nvPr/>
        </p:nvSpPr>
        <p:spPr>
          <a:xfrm>
            <a:off x="1663472" y="3447188"/>
            <a:ext cx="1948383" cy="190652"/>
          </a:xfrm>
          <a:prstGeom prst="rect">
            <a:avLst/>
          </a:prstGeom>
          <a:noFill/>
          <a:ln/>
        </p:spPr>
        <p:txBody>
          <a:bodyPr wrap="square" lIns="0" tIns="0" rIns="0" bIns="0" rtlCol="0" anchor="t"/>
          <a:lstStyle/>
          <a:p>
            <a:pPr>
              <a:lnSpc>
                <a:spcPct val="120000"/>
              </a:lnSpc>
            </a:pPr>
            <a:r>
              <a:rPr lang="ko-KR" altLang="en-US" sz="900" b="1" dirty="0">
                <a:solidFill>
                  <a:srgbClr val="2F5597"/>
                </a:solidFill>
                <a:latin typeface="나눔스퀘어 네오 OTF Regular" panose="00000500000000000000" pitchFamily="50" charset="-127"/>
                <a:ea typeface="나눔스퀘어 네오 OTF Regular" panose="00000500000000000000" pitchFamily="50" charset="-127"/>
                <a:cs typeface="Noto Sans KR" pitchFamily="34" charset="-120"/>
              </a:rPr>
              <a:t>상해 생산 가능성 고려하여 진행</a:t>
            </a:r>
            <a:endParaRPr lang="en-US" altLang="ko-KR" sz="900" b="1" dirty="0">
              <a:solidFill>
                <a:srgbClr val="2F5597"/>
              </a:solidFill>
              <a:latin typeface="나눔스퀘어 네오 OTF Regular" panose="00000500000000000000" pitchFamily="50" charset="-127"/>
              <a:ea typeface="나눔스퀘어 네오 OTF Regular" panose="00000500000000000000" pitchFamily="50" charset="-127"/>
              <a:cs typeface="Noto Sans KR" pitchFamily="34" charset="-120"/>
            </a:endParaRPr>
          </a:p>
        </p:txBody>
      </p:sp>
      <p:sp>
        <p:nvSpPr>
          <p:cNvPr id="20" name="Text 17">
            <a:extLst>
              <a:ext uri="{FF2B5EF4-FFF2-40B4-BE49-F238E27FC236}">
                <a16:creationId xmlns:a16="http://schemas.microsoft.com/office/drawing/2014/main" id="{2454AA73-EE8A-7BAC-E746-919856445BF9}"/>
              </a:ext>
            </a:extLst>
          </p:cNvPr>
          <p:cNvSpPr txBox="1"/>
          <p:nvPr/>
        </p:nvSpPr>
        <p:spPr>
          <a:xfrm>
            <a:off x="7934526" y="5384398"/>
            <a:ext cx="2946807" cy="178003"/>
          </a:xfrm>
          <a:prstGeom prst="rect">
            <a:avLst/>
          </a:prstGeom>
          <a:noFill/>
          <a:ln/>
        </p:spPr>
        <p:txBody>
          <a:bodyPr wrap="square" lIns="0" tIns="0" rIns="0" bIns="0" rtlCol="0" anchor="ctr"/>
          <a:lstStyle/>
          <a:p>
            <a:r>
              <a:rPr lang="en-US" sz="933"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933" b="1" dirty="0" err="1">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주요</a:t>
            </a:r>
            <a:r>
              <a:rPr lang="en-US" sz="933" b="1" dirty="0">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 </a:t>
            </a:r>
            <a:r>
              <a:rPr lang="en-US" sz="933" b="1" dirty="0" err="1">
                <a:solidFill>
                  <a:srgbClr val="203864"/>
                </a:solidFill>
                <a:latin typeface="나눔스퀘어 네오 OTF Bold" panose="00000800000000000000" pitchFamily="50" charset="-127"/>
                <a:ea typeface="나눔스퀘어 네오 OTF Bold" panose="00000800000000000000" pitchFamily="50" charset="-127"/>
                <a:cs typeface="Noto Sans KR" pitchFamily="34" charset="-120"/>
              </a:rPr>
              <a:t>진행사항</a:t>
            </a:r>
            <a:endParaRPr lang="en-US" sz="933" dirty="0">
              <a:latin typeface="나눔스퀘어 네오 OTF Bold" panose="00000800000000000000" pitchFamily="50" charset="-127"/>
              <a:ea typeface="나눔스퀘어 네오 OTF Bold" panose="00000800000000000000" pitchFamily="50" charset="-127"/>
            </a:endParaRPr>
          </a:p>
        </p:txBody>
      </p:sp>
      <p:pic>
        <p:nvPicPr>
          <p:cNvPr id="21" name="Image 7" descr="preencoded.png">
            <a:extLst>
              <a:ext uri="{FF2B5EF4-FFF2-40B4-BE49-F238E27FC236}">
                <a16:creationId xmlns:a16="http://schemas.microsoft.com/office/drawing/2014/main" id="{A7F979B3-531E-3051-5CE0-AEB2AB2AD9D6}"/>
              </a:ext>
            </a:extLst>
          </p:cNvPr>
          <p:cNvPicPr>
            <a:picLocks noChangeAspect="1"/>
          </p:cNvPicPr>
          <p:nvPr/>
        </p:nvPicPr>
        <p:blipFill>
          <a:blip r:embed="rId4"/>
          <a:srcRect/>
          <a:stretch/>
        </p:blipFill>
        <p:spPr>
          <a:xfrm>
            <a:off x="7781008" y="5417962"/>
            <a:ext cx="120701" cy="120701"/>
          </a:xfrm>
          <a:prstGeom prst="rect">
            <a:avLst/>
          </a:prstGeom>
        </p:spPr>
      </p:pic>
      <p:sp>
        <p:nvSpPr>
          <p:cNvPr id="22" name="Text 19">
            <a:extLst>
              <a:ext uri="{FF2B5EF4-FFF2-40B4-BE49-F238E27FC236}">
                <a16:creationId xmlns:a16="http://schemas.microsoft.com/office/drawing/2014/main" id="{CBFD7314-E904-7C37-B828-BB89FBE7D56F}"/>
              </a:ext>
            </a:extLst>
          </p:cNvPr>
          <p:cNvSpPr txBox="1"/>
          <p:nvPr/>
        </p:nvSpPr>
        <p:spPr>
          <a:xfrm>
            <a:off x="7936878" y="5637168"/>
            <a:ext cx="3350397" cy="556798"/>
          </a:xfrm>
          <a:prstGeom prst="rect">
            <a:avLst/>
          </a:prstGeom>
          <a:noFill/>
          <a:ln/>
        </p:spPr>
        <p:txBody>
          <a:bodyPr wrap="square" lIns="0" tIns="0" rIns="0" bIns="0" rtlCol="0" anchor="t"/>
          <a:lstStyle/>
          <a:p>
            <a:pPr>
              <a:lnSpc>
                <a:spcPct val="120000"/>
              </a:lnSpc>
            </a:pP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GFM – </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립글로스 신규라인 </a:t>
            </a:r>
            <a:r>
              <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8</a:t>
            </a:r>
            <a:r>
              <a:rPr lang="ko-KR" altLang="en-US" sz="1000" b="1" dirty="0" err="1">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홋수</a:t>
            </a:r>
            <a:r>
              <a:rPr lang="ko-KR" altLang="en-US"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rPr>
              <a:t> 초도 생산 진행 </a:t>
            </a:r>
            <a:endParaRPr lang="en-US" altLang="ko-KR" sz="1000" b="1" dirty="0">
              <a:solidFill>
                <a:srgbClr val="535353"/>
              </a:solidFill>
              <a:latin typeface="나눔스퀘어 네오 OTF Regular" panose="00000500000000000000" pitchFamily="50" charset="-127"/>
              <a:ea typeface="나눔스퀘어 네오 OTF Regular" panose="00000500000000000000" pitchFamily="50" charset="-127"/>
              <a:cs typeface="Noto Sans KR" pitchFamily="34" charset="-120"/>
            </a:endParaRPr>
          </a:p>
        </p:txBody>
      </p:sp>
    </p:spTree>
    <p:extLst>
      <p:ext uri="{BB962C8B-B14F-4D97-AF65-F5344CB8AC3E}">
        <p14:creationId xmlns:p14="http://schemas.microsoft.com/office/powerpoint/2010/main" val="320999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30986-704C-6119-F808-29D7A2E412EC}"/>
            </a:ext>
          </a:extLst>
        </p:cNvPr>
        <p:cNvGrpSpPr/>
        <p:nvPr/>
      </p:nvGrpSpPr>
      <p:grpSpPr>
        <a:xfrm>
          <a:off x="0" y="0"/>
          <a:ext cx="0" cy="0"/>
          <a:chOff x="0" y="0"/>
          <a:chExt cx="0" cy="0"/>
        </a:xfrm>
      </p:grpSpPr>
      <p:sp>
        <p:nvSpPr>
          <p:cNvPr id="5" name="Shape 4">
            <a:extLst>
              <a:ext uri="{FF2B5EF4-FFF2-40B4-BE49-F238E27FC236}">
                <a16:creationId xmlns:a16="http://schemas.microsoft.com/office/drawing/2014/main" id="{168563D8-9F16-717E-F51E-717E26542268}"/>
              </a:ext>
            </a:extLst>
          </p:cNvPr>
          <p:cNvSpPr/>
          <p:nvPr/>
        </p:nvSpPr>
        <p:spPr>
          <a:xfrm>
            <a:off x="294799" y="1131245"/>
            <a:ext cx="6835679" cy="4973991"/>
          </a:xfrm>
          <a:prstGeom prst="roundRect">
            <a:avLst>
              <a:gd name="adj" fmla="val 2880"/>
            </a:avLst>
          </a:prstGeom>
          <a:solidFill>
            <a:schemeClr val="accent3">
              <a:lumMod val="20000"/>
              <a:lumOff val="80000"/>
            </a:schemeClr>
          </a:solidFill>
          <a:ln w="12700">
            <a:solidFill>
              <a:srgbClr val="E5E2EA"/>
            </a:solidFill>
            <a:prstDash val="solid"/>
          </a:ln>
          <a:effectLst>
            <a:outerShdw blurRad="63500" sx="102000" sy="102000" algn="ctr" rotWithShape="0">
              <a:prstClr val="black">
                <a:alpha val="40000"/>
              </a:prstClr>
            </a:outerShdw>
          </a:effectLst>
        </p:spPr>
        <p:txBody>
          <a:bodyPr/>
          <a:lstStyle/>
          <a:p>
            <a:endParaRPr lang="ko-KR" altLang="en-US">
              <a:latin typeface="나눔스퀘어 네오 OTF Bold" panose="00000800000000000000" pitchFamily="50" charset="-127"/>
              <a:ea typeface="나눔스퀘어 네오 OTF Bold" panose="00000800000000000000" pitchFamily="50" charset="-127"/>
            </a:endParaRPr>
          </a:p>
        </p:txBody>
      </p:sp>
      <p:sp>
        <p:nvSpPr>
          <p:cNvPr id="11" name="사각형: 둥근 모서리 10">
            <a:extLst>
              <a:ext uri="{FF2B5EF4-FFF2-40B4-BE49-F238E27FC236}">
                <a16:creationId xmlns:a16="http://schemas.microsoft.com/office/drawing/2014/main" id="{4B847A9C-9378-FFD6-BC15-B7BF4168D4AE}"/>
              </a:ext>
            </a:extLst>
          </p:cNvPr>
          <p:cNvSpPr/>
          <p:nvPr/>
        </p:nvSpPr>
        <p:spPr>
          <a:xfrm>
            <a:off x="369461" y="1246909"/>
            <a:ext cx="3387580" cy="456492"/>
          </a:xfrm>
          <a:prstGeom prst="roundRect">
            <a:avLst>
              <a:gd name="adj" fmla="val 34877"/>
            </a:avLst>
          </a:prstGeom>
          <a:solidFill>
            <a:srgbClr val="2038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97DDB765-CF5F-F47D-B4A5-9549886701A3}"/>
              </a:ext>
            </a:extLst>
          </p:cNvPr>
          <p:cNvSpPr txBox="1"/>
          <p:nvPr/>
        </p:nvSpPr>
        <p:spPr>
          <a:xfrm>
            <a:off x="9337964" y="354525"/>
            <a:ext cx="2862743" cy="323165"/>
          </a:xfrm>
          <a:prstGeom prst="rect">
            <a:avLst/>
          </a:prstGeom>
          <a:noFill/>
        </p:spPr>
        <p:txBody>
          <a:bodyPr wrap="square" rtlCol="0">
            <a:spAutoFit/>
          </a:bodyPr>
          <a:lstStyle/>
          <a:p>
            <a:pPr algn="r"/>
            <a:r>
              <a:rPr lang="ko-KR" altLang="en-US" sz="1500" b="1" dirty="0" err="1">
                <a:latin typeface="나눔스퀘어 네오 OTF Bold" panose="00000800000000000000" pitchFamily="50" charset="-127"/>
                <a:ea typeface="나눔스퀘어 네오 OTF Bold" panose="00000800000000000000" pitchFamily="50" charset="-127"/>
              </a:rPr>
              <a:t>코스맥스광저우</a:t>
            </a:r>
            <a:endParaRPr lang="ko-KR" altLang="en-US" sz="1500" b="1" dirty="0">
              <a:latin typeface="나눔스퀘어 네오 OTF Bold" panose="00000800000000000000" pitchFamily="50" charset="-127"/>
              <a:ea typeface="나눔스퀘어 네오 OTF Bold" panose="00000800000000000000" pitchFamily="50" charset="-127"/>
            </a:endParaRPr>
          </a:p>
        </p:txBody>
      </p:sp>
      <p:cxnSp>
        <p:nvCxnSpPr>
          <p:cNvPr id="3" name="직선 연결선 2">
            <a:extLst>
              <a:ext uri="{FF2B5EF4-FFF2-40B4-BE49-F238E27FC236}">
                <a16:creationId xmlns:a16="http://schemas.microsoft.com/office/drawing/2014/main" id="{129E3DD4-743A-55F3-8415-5FA563AA5AE5}"/>
              </a:ext>
            </a:extLst>
          </p:cNvPr>
          <p:cNvCxnSpPr/>
          <p:nvPr/>
        </p:nvCxnSpPr>
        <p:spPr>
          <a:xfrm>
            <a:off x="8707" y="677690"/>
            <a:ext cx="12192000" cy="0"/>
          </a:xfrm>
          <a:prstGeom prst="line">
            <a:avLst/>
          </a:prstGeom>
          <a:ln w="19050"/>
        </p:spPr>
        <p:style>
          <a:lnRef idx="1">
            <a:schemeClr val="dk1"/>
          </a:lnRef>
          <a:fillRef idx="0">
            <a:schemeClr val="dk1"/>
          </a:fillRef>
          <a:effectRef idx="0">
            <a:schemeClr val="dk1"/>
          </a:effectRef>
          <a:fontRef idx="minor">
            <a:schemeClr val="tx1"/>
          </a:fontRef>
        </p:style>
      </p:cxnSp>
      <p:sp>
        <p:nvSpPr>
          <p:cNvPr id="4" name="TextBox 22">
            <a:extLst>
              <a:ext uri="{FF2B5EF4-FFF2-40B4-BE49-F238E27FC236}">
                <a16:creationId xmlns:a16="http://schemas.microsoft.com/office/drawing/2014/main" id="{3918AA1F-0EA2-3EF4-C49C-75A347A63FCE}"/>
              </a:ext>
            </a:extLst>
          </p:cNvPr>
          <p:cNvSpPr txBox="1">
            <a:spLocks noChangeArrowheads="1"/>
          </p:cNvSpPr>
          <p:nvPr/>
        </p:nvSpPr>
        <p:spPr bwMode="auto">
          <a:xfrm>
            <a:off x="207390" y="224137"/>
            <a:ext cx="3565525" cy="466725"/>
          </a:xfrm>
          <a:prstGeom prst="rect">
            <a:avLst/>
          </a:prstGeom>
          <a:noFill/>
          <a:ln w="9525">
            <a:noFill/>
            <a:miter lim="800000"/>
          </a:ln>
        </p:spPr>
        <p:txBody>
          <a:bodyPr wrap="none" lIns="91440" tIns="45720" rIns="91440" bIns="45720" anchor="t"/>
          <a:lstStyle/>
          <a:p>
            <a:pPr marL="228600" indent="-228600">
              <a:spcBef>
                <a:spcPts val="200"/>
              </a:spcBef>
            </a:pPr>
            <a:r>
              <a:rPr kumimoji="1" lang="en-US" altLang="ko-KR" sz="2000" b="1" dirty="0">
                <a:latin typeface="나눔스퀘어 네오 OTF Bold" panose="00000800000000000000" pitchFamily="50" charset="-127"/>
                <a:ea typeface="나눔스퀘어 네오 OTF Bold" panose="00000800000000000000" pitchFamily="50" charset="-127"/>
              </a:rPr>
              <a:t>4. 26</a:t>
            </a:r>
            <a:r>
              <a:rPr kumimoji="1" lang="ko-KR" altLang="en-US" sz="2000" b="1" dirty="0">
                <a:latin typeface="나눔스퀘어 네오 OTF Bold" panose="00000800000000000000" pitchFamily="50" charset="-127"/>
                <a:ea typeface="나눔스퀘어 네오 OTF Bold" panose="00000800000000000000" pitchFamily="50" charset="-127"/>
              </a:rPr>
              <a:t>년 신규 성장 프로젝트</a:t>
            </a:r>
            <a:endParaRPr kumimoji="1" lang="en-US" altLang="ko-KR" sz="2000" b="1" dirty="0">
              <a:latin typeface="나눔스퀘어 네오 OTF Bold" panose="00000800000000000000" pitchFamily="50" charset="-127"/>
              <a:ea typeface="나눔스퀘어 네오 OTF Bold" panose="00000800000000000000" pitchFamily="50" charset="-127"/>
            </a:endParaRPr>
          </a:p>
        </p:txBody>
      </p:sp>
      <p:sp>
        <p:nvSpPr>
          <p:cNvPr id="8" name="타원 7">
            <a:extLst>
              <a:ext uri="{FF2B5EF4-FFF2-40B4-BE49-F238E27FC236}">
                <a16:creationId xmlns:a16="http://schemas.microsoft.com/office/drawing/2014/main" id="{BFACB913-7211-9F2F-DB9C-FFF9FA172FB2}"/>
              </a:ext>
            </a:extLst>
          </p:cNvPr>
          <p:cNvSpPr/>
          <p:nvPr/>
        </p:nvSpPr>
        <p:spPr>
          <a:xfrm>
            <a:off x="462262" y="1357750"/>
            <a:ext cx="249381" cy="249381"/>
          </a:xfrm>
          <a:prstGeom prst="ellipse">
            <a:avLst/>
          </a:prstGeom>
          <a:solidFill>
            <a:srgbClr val="EDEDED"/>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560E3159-427C-11DD-78CA-6B4375F71C39}"/>
              </a:ext>
            </a:extLst>
          </p:cNvPr>
          <p:cNvSpPr txBox="1"/>
          <p:nvPr/>
        </p:nvSpPr>
        <p:spPr>
          <a:xfrm>
            <a:off x="740858" y="1313163"/>
            <a:ext cx="1607127" cy="338554"/>
          </a:xfrm>
          <a:prstGeom prst="rect">
            <a:avLst/>
          </a:prstGeom>
          <a:noFill/>
        </p:spPr>
        <p:txBody>
          <a:bodyPr wrap="square" rtlCol="0">
            <a:spAutoFit/>
          </a:bodyPr>
          <a:lstStyle/>
          <a:p>
            <a:r>
              <a:rPr lang="ko-KR" altLang="en-US" sz="16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rPr>
              <a:t>신규 프로젝트</a:t>
            </a:r>
          </a:p>
        </p:txBody>
      </p:sp>
      <p:sp>
        <p:nvSpPr>
          <p:cNvPr id="17" name="사각형: 둥근 모서리 16">
            <a:extLst>
              <a:ext uri="{FF2B5EF4-FFF2-40B4-BE49-F238E27FC236}">
                <a16:creationId xmlns:a16="http://schemas.microsoft.com/office/drawing/2014/main" id="{04F55239-0E70-362B-2F70-7A524A7A5EF4}"/>
              </a:ext>
            </a:extLst>
          </p:cNvPr>
          <p:cNvSpPr/>
          <p:nvPr/>
        </p:nvSpPr>
        <p:spPr>
          <a:xfrm>
            <a:off x="372866" y="1904694"/>
            <a:ext cx="1978524" cy="456492"/>
          </a:xfrm>
          <a:prstGeom prst="roundRect">
            <a:avLst>
              <a:gd name="adj" fmla="val 31599"/>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1" name="그룹 30">
            <a:extLst>
              <a:ext uri="{FF2B5EF4-FFF2-40B4-BE49-F238E27FC236}">
                <a16:creationId xmlns:a16="http://schemas.microsoft.com/office/drawing/2014/main" id="{2AF43761-FBB7-1F5B-D1E0-7AA39AB03C6B}"/>
              </a:ext>
            </a:extLst>
          </p:cNvPr>
          <p:cNvGrpSpPr/>
          <p:nvPr/>
        </p:nvGrpSpPr>
        <p:grpSpPr>
          <a:xfrm>
            <a:off x="450328" y="1998224"/>
            <a:ext cx="244624" cy="261610"/>
            <a:chOff x="792066" y="2062876"/>
            <a:chExt cx="244624" cy="261610"/>
          </a:xfrm>
        </p:grpSpPr>
        <p:sp>
          <p:nvSpPr>
            <p:cNvPr id="23" name="타원 22">
              <a:extLst>
                <a:ext uri="{FF2B5EF4-FFF2-40B4-BE49-F238E27FC236}">
                  <a16:creationId xmlns:a16="http://schemas.microsoft.com/office/drawing/2014/main" id="{C03E6A82-3E28-FC5E-CF2D-EBAC66C050D8}"/>
                </a:ext>
              </a:extLst>
            </p:cNvPr>
            <p:cNvSpPr/>
            <p:nvPr/>
          </p:nvSpPr>
          <p:spPr>
            <a:xfrm>
              <a:off x="820690" y="2089465"/>
              <a:ext cx="216000" cy="216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TextBox 28">
              <a:extLst>
                <a:ext uri="{FF2B5EF4-FFF2-40B4-BE49-F238E27FC236}">
                  <a16:creationId xmlns:a16="http://schemas.microsoft.com/office/drawing/2014/main" id="{0003A0D1-80D4-DC5F-FE76-15BB08B5F06C}"/>
                </a:ext>
              </a:extLst>
            </p:cNvPr>
            <p:cNvSpPr txBox="1"/>
            <p:nvPr/>
          </p:nvSpPr>
          <p:spPr>
            <a:xfrm>
              <a:off x="792066" y="2062876"/>
              <a:ext cx="235388" cy="261610"/>
            </a:xfrm>
            <a:prstGeom prst="rect">
              <a:avLst/>
            </a:prstGeom>
            <a:noFill/>
          </p:spPr>
          <p:txBody>
            <a:bodyPr wrap="square" rtlCol="0">
              <a:spAutoFit/>
            </a:bodyPr>
            <a:lstStyle/>
            <a:p>
              <a:r>
                <a:rPr lang="en-US" altLang="ko-KR"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rPr>
                <a:t>1</a:t>
              </a:r>
              <a:endParaRPr lang="ko-KR" altLang="en-US"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endParaRPr>
            </a:p>
          </p:txBody>
        </p:sp>
      </p:grpSp>
      <p:sp>
        <p:nvSpPr>
          <p:cNvPr id="50" name="사각형: 둥근 모서리 49">
            <a:extLst>
              <a:ext uri="{FF2B5EF4-FFF2-40B4-BE49-F238E27FC236}">
                <a16:creationId xmlns:a16="http://schemas.microsoft.com/office/drawing/2014/main" id="{4BA102EF-340A-BBE2-C155-91F0F80533DC}"/>
              </a:ext>
            </a:extLst>
          </p:cNvPr>
          <p:cNvSpPr/>
          <p:nvPr/>
        </p:nvSpPr>
        <p:spPr>
          <a:xfrm>
            <a:off x="369462" y="2429162"/>
            <a:ext cx="1978524" cy="456492"/>
          </a:xfrm>
          <a:prstGeom prst="roundRect">
            <a:avLst>
              <a:gd name="adj" fmla="val 31599"/>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사각형: 둥근 모서리 50">
            <a:extLst>
              <a:ext uri="{FF2B5EF4-FFF2-40B4-BE49-F238E27FC236}">
                <a16:creationId xmlns:a16="http://schemas.microsoft.com/office/drawing/2014/main" id="{DA99B279-E2E4-B8FF-B41D-9DF36358F610}"/>
              </a:ext>
            </a:extLst>
          </p:cNvPr>
          <p:cNvSpPr/>
          <p:nvPr/>
        </p:nvSpPr>
        <p:spPr>
          <a:xfrm>
            <a:off x="369463" y="2954971"/>
            <a:ext cx="1978524" cy="456492"/>
          </a:xfrm>
          <a:prstGeom prst="roundRect">
            <a:avLst>
              <a:gd name="adj" fmla="val 31599"/>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사각형: 둥근 모서리 51">
            <a:extLst>
              <a:ext uri="{FF2B5EF4-FFF2-40B4-BE49-F238E27FC236}">
                <a16:creationId xmlns:a16="http://schemas.microsoft.com/office/drawing/2014/main" id="{31BA07B2-D5A4-B044-2795-1BCCA7F244E0}"/>
              </a:ext>
            </a:extLst>
          </p:cNvPr>
          <p:cNvSpPr/>
          <p:nvPr/>
        </p:nvSpPr>
        <p:spPr>
          <a:xfrm>
            <a:off x="369463" y="3477495"/>
            <a:ext cx="1978524" cy="456492"/>
          </a:xfrm>
          <a:prstGeom prst="roundRect">
            <a:avLst>
              <a:gd name="adj" fmla="val 31599"/>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사각형: 둥근 모서리 54">
            <a:extLst>
              <a:ext uri="{FF2B5EF4-FFF2-40B4-BE49-F238E27FC236}">
                <a16:creationId xmlns:a16="http://schemas.microsoft.com/office/drawing/2014/main" id="{0558F36B-DD1A-0ADC-D16A-A896045E6ABE}"/>
              </a:ext>
            </a:extLst>
          </p:cNvPr>
          <p:cNvSpPr/>
          <p:nvPr/>
        </p:nvSpPr>
        <p:spPr>
          <a:xfrm>
            <a:off x="372865" y="4009980"/>
            <a:ext cx="1978524" cy="456492"/>
          </a:xfrm>
          <a:prstGeom prst="roundRect">
            <a:avLst>
              <a:gd name="adj" fmla="val 31599"/>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6" name="그룹 55">
            <a:extLst>
              <a:ext uri="{FF2B5EF4-FFF2-40B4-BE49-F238E27FC236}">
                <a16:creationId xmlns:a16="http://schemas.microsoft.com/office/drawing/2014/main" id="{102C2F78-A8E9-E629-A527-71554610495A}"/>
              </a:ext>
            </a:extLst>
          </p:cNvPr>
          <p:cNvGrpSpPr/>
          <p:nvPr/>
        </p:nvGrpSpPr>
        <p:grpSpPr>
          <a:xfrm>
            <a:off x="459563" y="4103510"/>
            <a:ext cx="244624" cy="261610"/>
            <a:chOff x="792066" y="2062876"/>
            <a:chExt cx="244624" cy="261610"/>
          </a:xfrm>
        </p:grpSpPr>
        <p:sp>
          <p:nvSpPr>
            <p:cNvPr id="57" name="타원 56">
              <a:extLst>
                <a:ext uri="{FF2B5EF4-FFF2-40B4-BE49-F238E27FC236}">
                  <a16:creationId xmlns:a16="http://schemas.microsoft.com/office/drawing/2014/main" id="{34CC23A2-94B8-CE50-718F-C389EF85ED17}"/>
                </a:ext>
              </a:extLst>
            </p:cNvPr>
            <p:cNvSpPr/>
            <p:nvPr/>
          </p:nvSpPr>
          <p:spPr>
            <a:xfrm>
              <a:off x="820690" y="2089465"/>
              <a:ext cx="216000" cy="216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TextBox 57">
              <a:extLst>
                <a:ext uri="{FF2B5EF4-FFF2-40B4-BE49-F238E27FC236}">
                  <a16:creationId xmlns:a16="http://schemas.microsoft.com/office/drawing/2014/main" id="{6B1CF684-1B0B-EF0B-580E-2E7727E2B701}"/>
                </a:ext>
              </a:extLst>
            </p:cNvPr>
            <p:cNvSpPr txBox="1"/>
            <p:nvPr/>
          </p:nvSpPr>
          <p:spPr>
            <a:xfrm>
              <a:off x="792066" y="2062876"/>
              <a:ext cx="235388" cy="261610"/>
            </a:xfrm>
            <a:prstGeom prst="rect">
              <a:avLst/>
            </a:prstGeom>
            <a:noFill/>
          </p:spPr>
          <p:txBody>
            <a:bodyPr wrap="square" rtlCol="0">
              <a:spAutoFit/>
            </a:bodyPr>
            <a:lstStyle/>
            <a:p>
              <a:r>
                <a:rPr lang="en-US" altLang="ko-KR"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rPr>
                <a:t>5</a:t>
              </a:r>
              <a:endParaRPr lang="ko-KR" altLang="en-US"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endParaRPr>
            </a:p>
          </p:txBody>
        </p:sp>
      </p:grpSp>
      <p:sp>
        <p:nvSpPr>
          <p:cNvPr id="59" name="사각형: 둥근 모서리 58">
            <a:extLst>
              <a:ext uri="{FF2B5EF4-FFF2-40B4-BE49-F238E27FC236}">
                <a16:creationId xmlns:a16="http://schemas.microsoft.com/office/drawing/2014/main" id="{B94C8461-6C46-DABB-5F3B-9D99D37A2BF9}"/>
              </a:ext>
            </a:extLst>
          </p:cNvPr>
          <p:cNvSpPr/>
          <p:nvPr/>
        </p:nvSpPr>
        <p:spPr>
          <a:xfrm>
            <a:off x="369461" y="4534448"/>
            <a:ext cx="1978524" cy="456492"/>
          </a:xfrm>
          <a:prstGeom prst="roundRect">
            <a:avLst>
              <a:gd name="adj" fmla="val 31599"/>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사각형: 둥근 모서리 59">
            <a:extLst>
              <a:ext uri="{FF2B5EF4-FFF2-40B4-BE49-F238E27FC236}">
                <a16:creationId xmlns:a16="http://schemas.microsoft.com/office/drawing/2014/main" id="{BE31F0D5-4801-D898-B98B-A7544859C418}"/>
              </a:ext>
            </a:extLst>
          </p:cNvPr>
          <p:cNvSpPr/>
          <p:nvPr/>
        </p:nvSpPr>
        <p:spPr>
          <a:xfrm>
            <a:off x="369462" y="5060257"/>
            <a:ext cx="1978524" cy="456492"/>
          </a:xfrm>
          <a:prstGeom prst="roundRect">
            <a:avLst>
              <a:gd name="adj" fmla="val 31599"/>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1" name="사각형: 둥근 모서리 60">
            <a:extLst>
              <a:ext uri="{FF2B5EF4-FFF2-40B4-BE49-F238E27FC236}">
                <a16:creationId xmlns:a16="http://schemas.microsoft.com/office/drawing/2014/main" id="{EFF6AE5D-73FF-1A38-D8E3-9963A14B1B32}"/>
              </a:ext>
            </a:extLst>
          </p:cNvPr>
          <p:cNvSpPr/>
          <p:nvPr/>
        </p:nvSpPr>
        <p:spPr>
          <a:xfrm>
            <a:off x="369462" y="5582781"/>
            <a:ext cx="1978524" cy="456492"/>
          </a:xfrm>
          <a:prstGeom prst="roundRect">
            <a:avLst>
              <a:gd name="adj" fmla="val 31599"/>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64" name="그룹 63">
            <a:extLst>
              <a:ext uri="{FF2B5EF4-FFF2-40B4-BE49-F238E27FC236}">
                <a16:creationId xmlns:a16="http://schemas.microsoft.com/office/drawing/2014/main" id="{FEEFC33C-63E7-2FA1-0F1C-52AD6DF3CF6B}"/>
              </a:ext>
            </a:extLst>
          </p:cNvPr>
          <p:cNvGrpSpPr/>
          <p:nvPr/>
        </p:nvGrpSpPr>
        <p:grpSpPr>
          <a:xfrm>
            <a:off x="450327" y="2530611"/>
            <a:ext cx="253860" cy="261610"/>
            <a:chOff x="782830" y="2062876"/>
            <a:chExt cx="253860" cy="261610"/>
          </a:xfrm>
        </p:grpSpPr>
        <p:sp>
          <p:nvSpPr>
            <p:cNvPr id="65" name="타원 64">
              <a:extLst>
                <a:ext uri="{FF2B5EF4-FFF2-40B4-BE49-F238E27FC236}">
                  <a16:creationId xmlns:a16="http://schemas.microsoft.com/office/drawing/2014/main" id="{AECEE0BD-63C8-4358-AD86-0AEB72628B19}"/>
                </a:ext>
              </a:extLst>
            </p:cNvPr>
            <p:cNvSpPr/>
            <p:nvPr/>
          </p:nvSpPr>
          <p:spPr>
            <a:xfrm>
              <a:off x="820690" y="2089465"/>
              <a:ext cx="216000" cy="216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TextBox 65">
              <a:extLst>
                <a:ext uri="{FF2B5EF4-FFF2-40B4-BE49-F238E27FC236}">
                  <a16:creationId xmlns:a16="http://schemas.microsoft.com/office/drawing/2014/main" id="{BD89458A-553F-FB9F-E44C-E5F0152D504C}"/>
                </a:ext>
              </a:extLst>
            </p:cNvPr>
            <p:cNvSpPr txBox="1"/>
            <p:nvPr/>
          </p:nvSpPr>
          <p:spPr>
            <a:xfrm>
              <a:off x="782830" y="2062876"/>
              <a:ext cx="235388" cy="261610"/>
            </a:xfrm>
            <a:prstGeom prst="rect">
              <a:avLst/>
            </a:prstGeom>
            <a:noFill/>
          </p:spPr>
          <p:txBody>
            <a:bodyPr wrap="square" rtlCol="0">
              <a:spAutoFit/>
            </a:bodyPr>
            <a:lstStyle/>
            <a:p>
              <a:r>
                <a:rPr lang="en-US" altLang="ko-KR"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rPr>
                <a:t>2</a:t>
              </a:r>
              <a:endParaRPr lang="ko-KR" altLang="en-US"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endParaRPr>
            </a:p>
          </p:txBody>
        </p:sp>
      </p:grpSp>
      <p:grpSp>
        <p:nvGrpSpPr>
          <p:cNvPr id="67" name="그룹 66">
            <a:extLst>
              <a:ext uri="{FF2B5EF4-FFF2-40B4-BE49-F238E27FC236}">
                <a16:creationId xmlns:a16="http://schemas.microsoft.com/office/drawing/2014/main" id="{7AE70D1A-32A5-1B0A-091C-DC5B49F6C583}"/>
              </a:ext>
            </a:extLst>
          </p:cNvPr>
          <p:cNvGrpSpPr/>
          <p:nvPr/>
        </p:nvGrpSpPr>
        <p:grpSpPr>
          <a:xfrm>
            <a:off x="450327" y="3057434"/>
            <a:ext cx="253860" cy="261610"/>
            <a:chOff x="782830" y="2062876"/>
            <a:chExt cx="253860" cy="261610"/>
          </a:xfrm>
        </p:grpSpPr>
        <p:sp>
          <p:nvSpPr>
            <p:cNvPr id="68" name="타원 67">
              <a:extLst>
                <a:ext uri="{FF2B5EF4-FFF2-40B4-BE49-F238E27FC236}">
                  <a16:creationId xmlns:a16="http://schemas.microsoft.com/office/drawing/2014/main" id="{6C485E8B-4B5D-25BE-15EC-CD3E1888CCE8}"/>
                </a:ext>
              </a:extLst>
            </p:cNvPr>
            <p:cNvSpPr/>
            <p:nvPr/>
          </p:nvSpPr>
          <p:spPr>
            <a:xfrm>
              <a:off x="820690" y="2089465"/>
              <a:ext cx="216000" cy="216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TextBox 68">
              <a:extLst>
                <a:ext uri="{FF2B5EF4-FFF2-40B4-BE49-F238E27FC236}">
                  <a16:creationId xmlns:a16="http://schemas.microsoft.com/office/drawing/2014/main" id="{596519DF-071D-2AA7-B334-A9C3E6416799}"/>
                </a:ext>
              </a:extLst>
            </p:cNvPr>
            <p:cNvSpPr txBox="1"/>
            <p:nvPr/>
          </p:nvSpPr>
          <p:spPr>
            <a:xfrm>
              <a:off x="782830" y="2062876"/>
              <a:ext cx="235388" cy="261610"/>
            </a:xfrm>
            <a:prstGeom prst="rect">
              <a:avLst/>
            </a:prstGeom>
            <a:noFill/>
          </p:spPr>
          <p:txBody>
            <a:bodyPr wrap="square" rtlCol="0">
              <a:spAutoFit/>
            </a:bodyPr>
            <a:lstStyle/>
            <a:p>
              <a:r>
                <a:rPr lang="en-US" altLang="ko-KR"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rPr>
                <a:t>3</a:t>
              </a:r>
              <a:endParaRPr lang="ko-KR" altLang="en-US"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endParaRPr>
            </a:p>
          </p:txBody>
        </p:sp>
      </p:grpSp>
      <p:grpSp>
        <p:nvGrpSpPr>
          <p:cNvPr id="70" name="그룹 69">
            <a:extLst>
              <a:ext uri="{FF2B5EF4-FFF2-40B4-BE49-F238E27FC236}">
                <a16:creationId xmlns:a16="http://schemas.microsoft.com/office/drawing/2014/main" id="{E2D47B8B-7C81-35C8-5BE0-F594A8B79F5E}"/>
              </a:ext>
            </a:extLst>
          </p:cNvPr>
          <p:cNvGrpSpPr/>
          <p:nvPr/>
        </p:nvGrpSpPr>
        <p:grpSpPr>
          <a:xfrm>
            <a:off x="450327" y="3583577"/>
            <a:ext cx="253860" cy="261610"/>
            <a:chOff x="782830" y="2062876"/>
            <a:chExt cx="253860" cy="261610"/>
          </a:xfrm>
        </p:grpSpPr>
        <p:sp>
          <p:nvSpPr>
            <p:cNvPr id="71" name="타원 70">
              <a:extLst>
                <a:ext uri="{FF2B5EF4-FFF2-40B4-BE49-F238E27FC236}">
                  <a16:creationId xmlns:a16="http://schemas.microsoft.com/office/drawing/2014/main" id="{2C61BEA4-E251-A841-E3E5-A626C46966EA}"/>
                </a:ext>
              </a:extLst>
            </p:cNvPr>
            <p:cNvSpPr/>
            <p:nvPr/>
          </p:nvSpPr>
          <p:spPr>
            <a:xfrm>
              <a:off x="820690" y="2089465"/>
              <a:ext cx="216000" cy="216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TextBox 71">
              <a:extLst>
                <a:ext uri="{FF2B5EF4-FFF2-40B4-BE49-F238E27FC236}">
                  <a16:creationId xmlns:a16="http://schemas.microsoft.com/office/drawing/2014/main" id="{84E045B0-B955-2081-1C10-475C9096C17A}"/>
                </a:ext>
              </a:extLst>
            </p:cNvPr>
            <p:cNvSpPr txBox="1"/>
            <p:nvPr/>
          </p:nvSpPr>
          <p:spPr>
            <a:xfrm>
              <a:off x="782830" y="2062876"/>
              <a:ext cx="235388" cy="261610"/>
            </a:xfrm>
            <a:prstGeom prst="rect">
              <a:avLst/>
            </a:prstGeom>
            <a:noFill/>
          </p:spPr>
          <p:txBody>
            <a:bodyPr wrap="square" rtlCol="0">
              <a:spAutoFit/>
            </a:bodyPr>
            <a:lstStyle/>
            <a:p>
              <a:r>
                <a:rPr lang="en-US" altLang="ko-KR"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rPr>
                <a:t>4</a:t>
              </a:r>
              <a:endParaRPr lang="ko-KR" altLang="en-US"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endParaRPr>
            </a:p>
          </p:txBody>
        </p:sp>
      </p:grpSp>
      <p:grpSp>
        <p:nvGrpSpPr>
          <p:cNvPr id="74" name="그룹 73">
            <a:extLst>
              <a:ext uri="{FF2B5EF4-FFF2-40B4-BE49-F238E27FC236}">
                <a16:creationId xmlns:a16="http://schemas.microsoft.com/office/drawing/2014/main" id="{03C87240-1CC0-5CB6-40CF-303614949691}"/>
              </a:ext>
            </a:extLst>
          </p:cNvPr>
          <p:cNvGrpSpPr/>
          <p:nvPr/>
        </p:nvGrpSpPr>
        <p:grpSpPr>
          <a:xfrm>
            <a:off x="450327" y="4635412"/>
            <a:ext cx="253860" cy="261610"/>
            <a:chOff x="782830" y="2062876"/>
            <a:chExt cx="253860" cy="261610"/>
          </a:xfrm>
        </p:grpSpPr>
        <p:sp>
          <p:nvSpPr>
            <p:cNvPr id="75" name="타원 74">
              <a:extLst>
                <a:ext uri="{FF2B5EF4-FFF2-40B4-BE49-F238E27FC236}">
                  <a16:creationId xmlns:a16="http://schemas.microsoft.com/office/drawing/2014/main" id="{39F4989F-047F-D014-95CB-6E9EB01C84CA}"/>
                </a:ext>
              </a:extLst>
            </p:cNvPr>
            <p:cNvSpPr/>
            <p:nvPr/>
          </p:nvSpPr>
          <p:spPr>
            <a:xfrm>
              <a:off x="820690" y="2089465"/>
              <a:ext cx="216000" cy="216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6" name="TextBox 75">
              <a:extLst>
                <a:ext uri="{FF2B5EF4-FFF2-40B4-BE49-F238E27FC236}">
                  <a16:creationId xmlns:a16="http://schemas.microsoft.com/office/drawing/2014/main" id="{52DDF433-AB0A-F99C-0F47-7A1E086E9FBE}"/>
                </a:ext>
              </a:extLst>
            </p:cNvPr>
            <p:cNvSpPr txBox="1"/>
            <p:nvPr/>
          </p:nvSpPr>
          <p:spPr>
            <a:xfrm>
              <a:off x="782830" y="2062876"/>
              <a:ext cx="235388" cy="261610"/>
            </a:xfrm>
            <a:prstGeom prst="rect">
              <a:avLst/>
            </a:prstGeom>
            <a:noFill/>
          </p:spPr>
          <p:txBody>
            <a:bodyPr wrap="square" rtlCol="0">
              <a:spAutoFit/>
            </a:bodyPr>
            <a:lstStyle/>
            <a:p>
              <a:r>
                <a:rPr lang="en-US" altLang="ko-KR"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rPr>
                <a:t>6</a:t>
              </a:r>
              <a:endParaRPr lang="ko-KR" altLang="en-US"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endParaRPr>
            </a:p>
          </p:txBody>
        </p:sp>
      </p:grpSp>
      <p:grpSp>
        <p:nvGrpSpPr>
          <p:cNvPr id="77" name="그룹 76">
            <a:extLst>
              <a:ext uri="{FF2B5EF4-FFF2-40B4-BE49-F238E27FC236}">
                <a16:creationId xmlns:a16="http://schemas.microsoft.com/office/drawing/2014/main" id="{D6795127-D331-9321-386D-FCDA3D099BB5}"/>
              </a:ext>
            </a:extLst>
          </p:cNvPr>
          <p:cNvGrpSpPr/>
          <p:nvPr/>
        </p:nvGrpSpPr>
        <p:grpSpPr>
          <a:xfrm>
            <a:off x="459563" y="5155289"/>
            <a:ext cx="244624" cy="261610"/>
            <a:chOff x="792066" y="2062876"/>
            <a:chExt cx="244624" cy="261610"/>
          </a:xfrm>
        </p:grpSpPr>
        <p:sp>
          <p:nvSpPr>
            <p:cNvPr id="78" name="타원 77">
              <a:extLst>
                <a:ext uri="{FF2B5EF4-FFF2-40B4-BE49-F238E27FC236}">
                  <a16:creationId xmlns:a16="http://schemas.microsoft.com/office/drawing/2014/main" id="{6BCE6692-5CDC-1427-98C6-96D1D257D81F}"/>
                </a:ext>
              </a:extLst>
            </p:cNvPr>
            <p:cNvSpPr/>
            <p:nvPr/>
          </p:nvSpPr>
          <p:spPr>
            <a:xfrm>
              <a:off x="820690" y="2089465"/>
              <a:ext cx="216000" cy="216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TextBox 78">
              <a:extLst>
                <a:ext uri="{FF2B5EF4-FFF2-40B4-BE49-F238E27FC236}">
                  <a16:creationId xmlns:a16="http://schemas.microsoft.com/office/drawing/2014/main" id="{B95F7FD3-6840-8C17-95C5-67A4094AB5C9}"/>
                </a:ext>
              </a:extLst>
            </p:cNvPr>
            <p:cNvSpPr txBox="1"/>
            <p:nvPr/>
          </p:nvSpPr>
          <p:spPr>
            <a:xfrm>
              <a:off x="792066" y="2062876"/>
              <a:ext cx="235388" cy="261610"/>
            </a:xfrm>
            <a:prstGeom prst="rect">
              <a:avLst/>
            </a:prstGeom>
            <a:noFill/>
          </p:spPr>
          <p:txBody>
            <a:bodyPr wrap="square" rtlCol="0">
              <a:spAutoFit/>
            </a:bodyPr>
            <a:lstStyle/>
            <a:p>
              <a:r>
                <a:rPr lang="en-US" altLang="ko-KR"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rPr>
                <a:t>7</a:t>
              </a:r>
              <a:endParaRPr lang="ko-KR" altLang="en-US"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endParaRPr>
            </a:p>
          </p:txBody>
        </p:sp>
      </p:grpSp>
      <p:grpSp>
        <p:nvGrpSpPr>
          <p:cNvPr id="80" name="그룹 79">
            <a:extLst>
              <a:ext uri="{FF2B5EF4-FFF2-40B4-BE49-F238E27FC236}">
                <a16:creationId xmlns:a16="http://schemas.microsoft.com/office/drawing/2014/main" id="{337FD662-8032-8DED-94A2-FEAFFBC8BE49}"/>
              </a:ext>
            </a:extLst>
          </p:cNvPr>
          <p:cNvGrpSpPr/>
          <p:nvPr/>
        </p:nvGrpSpPr>
        <p:grpSpPr>
          <a:xfrm>
            <a:off x="450327" y="5679839"/>
            <a:ext cx="253860" cy="261610"/>
            <a:chOff x="782830" y="2062876"/>
            <a:chExt cx="253860" cy="261610"/>
          </a:xfrm>
        </p:grpSpPr>
        <p:sp>
          <p:nvSpPr>
            <p:cNvPr id="81" name="타원 80">
              <a:extLst>
                <a:ext uri="{FF2B5EF4-FFF2-40B4-BE49-F238E27FC236}">
                  <a16:creationId xmlns:a16="http://schemas.microsoft.com/office/drawing/2014/main" id="{7153E05C-BE71-FD3C-FA96-F9AE9EBC40D6}"/>
                </a:ext>
              </a:extLst>
            </p:cNvPr>
            <p:cNvSpPr/>
            <p:nvPr/>
          </p:nvSpPr>
          <p:spPr>
            <a:xfrm>
              <a:off x="820690" y="2089465"/>
              <a:ext cx="216000" cy="216000"/>
            </a:xfrm>
            <a:prstGeom prst="ellipse">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a:extLst>
                <a:ext uri="{FF2B5EF4-FFF2-40B4-BE49-F238E27FC236}">
                  <a16:creationId xmlns:a16="http://schemas.microsoft.com/office/drawing/2014/main" id="{F76A6B0F-1B81-7DF8-0F20-21CA22F7C299}"/>
                </a:ext>
              </a:extLst>
            </p:cNvPr>
            <p:cNvSpPr txBox="1"/>
            <p:nvPr/>
          </p:nvSpPr>
          <p:spPr>
            <a:xfrm>
              <a:off x="782830" y="2062876"/>
              <a:ext cx="235388" cy="261610"/>
            </a:xfrm>
            <a:prstGeom prst="rect">
              <a:avLst/>
            </a:prstGeom>
            <a:noFill/>
          </p:spPr>
          <p:txBody>
            <a:bodyPr wrap="square" rtlCol="0">
              <a:spAutoFit/>
            </a:bodyPr>
            <a:lstStyle/>
            <a:p>
              <a:r>
                <a:rPr lang="en-US" altLang="ko-KR"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rPr>
                <a:t>8</a:t>
              </a:r>
              <a:endParaRPr lang="ko-KR" altLang="en-US" sz="1100" dirty="0">
                <a:solidFill>
                  <a:schemeClr val="bg1">
                    <a:lumMod val="95000"/>
                  </a:schemeClr>
                </a:solidFill>
                <a:latin typeface="나눔스퀘어 네오 OTF ExtraBold" panose="00000900000000000000" pitchFamily="50" charset="-127"/>
                <a:ea typeface="나눔스퀘어 네오 OTF ExtraBold" panose="00000900000000000000" pitchFamily="50" charset="-127"/>
              </a:endParaRPr>
            </a:p>
          </p:txBody>
        </p:sp>
      </p:grpSp>
      <p:sp>
        <p:nvSpPr>
          <p:cNvPr id="19" name="TextBox 18">
            <a:extLst>
              <a:ext uri="{FF2B5EF4-FFF2-40B4-BE49-F238E27FC236}">
                <a16:creationId xmlns:a16="http://schemas.microsoft.com/office/drawing/2014/main" id="{9BBE9EEB-A2EC-21DF-77D1-B7CFE68EFD1A}"/>
              </a:ext>
            </a:extLst>
          </p:cNvPr>
          <p:cNvSpPr txBox="1"/>
          <p:nvPr/>
        </p:nvSpPr>
        <p:spPr>
          <a:xfrm>
            <a:off x="681336" y="2457226"/>
            <a:ext cx="1188847" cy="340734"/>
          </a:xfrm>
          <a:prstGeom prst="rect">
            <a:avLst/>
          </a:prstGeom>
          <a:noFill/>
        </p:spPr>
        <p:txBody>
          <a:bodyPr wrap="square" rtlCol="0">
            <a:spAutoFit/>
          </a:bodyPr>
          <a:lstStyle/>
          <a:p>
            <a:pPr>
              <a:lnSpc>
                <a:spcPct val="150000"/>
              </a:lnSpc>
            </a:pPr>
            <a:r>
              <a:rPr lang="en-US" altLang="zh-CN" sz="1200" b="1" dirty="0">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rPr>
              <a:t>JSB</a:t>
            </a:r>
            <a:endParaRPr lang="ko-KR" altLang="en-US" sz="1200" b="1" dirty="0">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endParaRPr>
          </a:p>
        </p:txBody>
      </p:sp>
      <p:sp>
        <p:nvSpPr>
          <p:cNvPr id="85" name="TextBox 84">
            <a:extLst>
              <a:ext uri="{FF2B5EF4-FFF2-40B4-BE49-F238E27FC236}">
                <a16:creationId xmlns:a16="http://schemas.microsoft.com/office/drawing/2014/main" id="{E52C006D-A95D-B6DD-1F2F-111DD8AC52E2}"/>
              </a:ext>
            </a:extLst>
          </p:cNvPr>
          <p:cNvSpPr txBox="1"/>
          <p:nvPr/>
        </p:nvSpPr>
        <p:spPr>
          <a:xfrm>
            <a:off x="681336" y="1941105"/>
            <a:ext cx="1188847" cy="340734"/>
          </a:xfrm>
          <a:prstGeom prst="rect">
            <a:avLst/>
          </a:prstGeom>
          <a:noFill/>
        </p:spPr>
        <p:txBody>
          <a:bodyPr wrap="square" rtlCol="0">
            <a:spAutoFit/>
          </a:bodyPr>
          <a:lstStyle/>
          <a:p>
            <a:pPr>
              <a:lnSpc>
                <a:spcPct val="150000"/>
              </a:lnSpc>
            </a:pPr>
            <a:r>
              <a:rPr lang="en-US" altLang="zh-CN" sz="1200" b="1" dirty="0">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rPr>
              <a:t>OTL (</a:t>
            </a:r>
            <a:r>
              <a:rPr lang="zh-CN" altLang="en-US" sz="1200" b="1" dirty="0">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rPr>
              <a:t>奥特乐</a:t>
            </a:r>
            <a:r>
              <a:rPr lang="en-US" altLang="zh-CN" sz="1200" b="1" dirty="0">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rPr>
              <a:t>) </a:t>
            </a:r>
            <a:endParaRPr lang="ko-KR" altLang="en-US" sz="1200" b="1" dirty="0">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endParaRPr>
          </a:p>
        </p:txBody>
      </p:sp>
      <p:sp>
        <p:nvSpPr>
          <p:cNvPr id="86" name="TextBox 85">
            <a:extLst>
              <a:ext uri="{FF2B5EF4-FFF2-40B4-BE49-F238E27FC236}">
                <a16:creationId xmlns:a16="http://schemas.microsoft.com/office/drawing/2014/main" id="{3A899374-36D0-3749-8A87-A0E75D07B2E8}"/>
              </a:ext>
            </a:extLst>
          </p:cNvPr>
          <p:cNvSpPr txBox="1"/>
          <p:nvPr/>
        </p:nvSpPr>
        <p:spPr>
          <a:xfrm>
            <a:off x="692024" y="2981776"/>
            <a:ext cx="1188847" cy="340734"/>
          </a:xfrm>
          <a:prstGeom prst="rect">
            <a:avLst/>
          </a:prstGeom>
          <a:noFill/>
        </p:spPr>
        <p:txBody>
          <a:bodyPr wrap="square" rtlCol="0">
            <a:spAutoFit/>
          </a:bodyPr>
          <a:lstStyle/>
          <a:p>
            <a:pPr>
              <a:lnSpc>
                <a:spcPct val="150000"/>
              </a:lnSpc>
            </a:pPr>
            <a:r>
              <a:rPr lang="en-US" altLang="ko-KR" sz="1200" b="1" dirty="0">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rPr>
              <a:t>TOPS</a:t>
            </a:r>
            <a:endParaRPr lang="ko-KR" altLang="en-US" sz="1200" b="1" dirty="0">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endParaRPr>
          </a:p>
        </p:txBody>
      </p:sp>
      <p:sp>
        <p:nvSpPr>
          <p:cNvPr id="87" name="TextBox 86">
            <a:extLst>
              <a:ext uri="{FF2B5EF4-FFF2-40B4-BE49-F238E27FC236}">
                <a16:creationId xmlns:a16="http://schemas.microsoft.com/office/drawing/2014/main" id="{20C3C5D3-42B9-513B-3723-F943EB588911}"/>
              </a:ext>
            </a:extLst>
          </p:cNvPr>
          <p:cNvSpPr txBox="1"/>
          <p:nvPr/>
        </p:nvSpPr>
        <p:spPr>
          <a:xfrm>
            <a:off x="681336" y="3511074"/>
            <a:ext cx="1188847" cy="340734"/>
          </a:xfrm>
          <a:prstGeom prst="rect">
            <a:avLst/>
          </a:prstGeom>
          <a:noFill/>
        </p:spPr>
        <p:txBody>
          <a:bodyPr wrap="square" rtlCol="0">
            <a:spAutoFit/>
          </a:bodyPr>
          <a:lstStyle/>
          <a:p>
            <a:pPr>
              <a:lnSpc>
                <a:spcPct val="150000"/>
              </a:lnSpc>
            </a:pPr>
            <a:r>
              <a:rPr lang="en-US" altLang="zh-CN" sz="1200" b="1" dirty="0" err="1">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rPr>
              <a:t>Guyu</a:t>
            </a:r>
            <a:r>
              <a:rPr lang="en-US" altLang="zh-CN" sz="1200" b="1" dirty="0">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rPr>
              <a:t> (</a:t>
            </a:r>
            <a:r>
              <a:rPr lang="zh-CN" altLang="en-US" sz="1200" b="1" dirty="0">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rPr>
              <a:t>谷雨</a:t>
            </a:r>
            <a:r>
              <a:rPr lang="en-US" altLang="zh-CN" sz="1200" b="1" dirty="0">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rPr>
              <a:t>)</a:t>
            </a:r>
            <a:endParaRPr lang="ko-KR" altLang="en-US" sz="1200" b="1" dirty="0">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endParaRPr>
          </a:p>
        </p:txBody>
      </p:sp>
      <p:sp>
        <p:nvSpPr>
          <p:cNvPr id="88" name="TextBox 87">
            <a:extLst>
              <a:ext uri="{FF2B5EF4-FFF2-40B4-BE49-F238E27FC236}">
                <a16:creationId xmlns:a16="http://schemas.microsoft.com/office/drawing/2014/main" id="{8D5C9B9B-07D1-6C67-F2C0-D0D37F09E804}"/>
              </a:ext>
            </a:extLst>
          </p:cNvPr>
          <p:cNvSpPr txBox="1"/>
          <p:nvPr/>
        </p:nvSpPr>
        <p:spPr>
          <a:xfrm>
            <a:off x="681336" y="4045449"/>
            <a:ext cx="1145309" cy="340734"/>
          </a:xfrm>
          <a:prstGeom prst="rect">
            <a:avLst/>
          </a:prstGeom>
          <a:noFill/>
        </p:spPr>
        <p:txBody>
          <a:bodyPr wrap="square" rtlCol="0">
            <a:spAutoFit/>
          </a:bodyPr>
          <a:lstStyle>
            <a:defPPr>
              <a:defRPr lang="ko-KR"/>
            </a:defPPr>
            <a:lvl1pPr>
              <a:lnSpc>
                <a:spcPct val="150000"/>
              </a:lnSpc>
              <a:defRPr sz="1200" b="1">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defRPr>
            </a:lvl1pPr>
          </a:lstStyle>
          <a:p>
            <a:r>
              <a:rPr lang="ko-KR" altLang="en-US" dirty="0"/>
              <a:t>大连艺星</a:t>
            </a:r>
          </a:p>
        </p:txBody>
      </p:sp>
      <p:sp>
        <p:nvSpPr>
          <p:cNvPr id="89" name="TextBox 88">
            <a:extLst>
              <a:ext uri="{FF2B5EF4-FFF2-40B4-BE49-F238E27FC236}">
                <a16:creationId xmlns:a16="http://schemas.microsoft.com/office/drawing/2014/main" id="{A7412969-6F87-BE3C-9545-C4379BC5E14F}"/>
              </a:ext>
            </a:extLst>
          </p:cNvPr>
          <p:cNvSpPr txBox="1"/>
          <p:nvPr/>
        </p:nvSpPr>
        <p:spPr>
          <a:xfrm>
            <a:off x="681336" y="5089531"/>
            <a:ext cx="1145309" cy="340734"/>
          </a:xfrm>
          <a:prstGeom prst="rect">
            <a:avLst/>
          </a:prstGeom>
          <a:noFill/>
        </p:spPr>
        <p:txBody>
          <a:bodyPr wrap="square" rtlCol="0">
            <a:spAutoFit/>
          </a:bodyPr>
          <a:lstStyle>
            <a:defPPr>
              <a:defRPr lang="ko-KR"/>
            </a:defPPr>
            <a:lvl1pPr>
              <a:lnSpc>
                <a:spcPct val="150000"/>
              </a:lnSpc>
              <a:defRPr sz="1200" b="1">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defRPr>
            </a:lvl1pPr>
          </a:lstStyle>
          <a:p>
            <a:r>
              <a:rPr lang="ko-KR" altLang="en-US"/>
              <a:t>고체화장품</a:t>
            </a:r>
            <a:endParaRPr lang="ko-KR" altLang="en-US" dirty="0"/>
          </a:p>
        </p:txBody>
      </p:sp>
      <p:sp>
        <p:nvSpPr>
          <p:cNvPr id="90" name="TextBox 89">
            <a:extLst>
              <a:ext uri="{FF2B5EF4-FFF2-40B4-BE49-F238E27FC236}">
                <a16:creationId xmlns:a16="http://schemas.microsoft.com/office/drawing/2014/main" id="{DFEEBA9B-3F86-3100-1386-DCE608034CC3}"/>
              </a:ext>
            </a:extLst>
          </p:cNvPr>
          <p:cNvSpPr txBox="1"/>
          <p:nvPr/>
        </p:nvSpPr>
        <p:spPr>
          <a:xfrm>
            <a:off x="681335" y="4563277"/>
            <a:ext cx="1666650" cy="340734"/>
          </a:xfrm>
          <a:prstGeom prst="rect">
            <a:avLst/>
          </a:prstGeom>
          <a:noFill/>
        </p:spPr>
        <p:txBody>
          <a:bodyPr wrap="square" rtlCol="0">
            <a:spAutoFit/>
          </a:bodyPr>
          <a:lstStyle>
            <a:defPPr>
              <a:defRPr lang="ko-KR"/>
            </a:defPPr>
            <a:lvl1pPr>
              <a:lnSpc>
                <a:spcPct val="150000"/>
              </a:lnSpc>
              <a:defRPr sz="1200" b="1">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defRPr>
            </a:lvl1pPr>
          </a:lstStyle>
          <a:p>
            <a:r>
              <a:rPr lang="ko-KR" altLang="en-US" dirty="0"/>
              <a:t>스위스 고객사 </a:t>
            </a:r>
            <a:r>
              <a:rPr lang="en-US" altLang="ko-KR" dirty="0"/>
              <a:t>(</a:t>
            </a:r>
            <a:r>
              <a:rPr lang="ko-KR" altLang="en-US" dirty="0"/>
              <a:t>云歌</a:t>
            </a:r>
            <a:r>
              <a:rPr lang="en-US" altLang="ko-KR" dirty="0"/>
              <a:t>)</a:t>
            </a:r>
            <a:endParaRPr lang="ko-KR" altLang="en-US" dirty="0"/>
          </a:p>
        </p:txBody>
      </p:sp>
      <p:sp>
        <p:nvSpPr>
          <p:cNvPr id="91" name="TextBox 90">
            <a:extLst>
              <a:ext uri="{FF2B5EF4-FFF2-40B4-BE49-F238E27FC236}">
                <a16:creationId xmlns:a16="http://schemas.microsoft.com/office/drawing/2014/main" id="{DB13FFD5-E447-F72E-C09C-3A7E2C8C0D24}"/>
              </a:ext>
            </a:extLst>
          </p:cNvPr>
          <p:cNvSpPr txBox="1"/>
          <p:nvPr/>
        </p:nvSpPr>
        <p:spPr>
          <a:xfrm>
            <a:off x="681335" y="5606803"/>
            <a:ext cx="1698998" cy="342723"/>
          </a:xfrm>
          <a:prstGeom prst="rect">
            <a:avLst/>
          </a:prstGeom>
          <a:noFill/>
        </p:spPr>
        <p:txBody>
          <a:bodyPr wrap="square" rtlCol="0">
            <a:spAutoFit/>
          </a:bodyPr>
          <a:lstStyle>
            <a:defPPr>
              <a:defRPr lang="ko-KR"/>
            </a:defPPr>
            <a:lvl1pPr>
              <a:lnSpc>
                <a:spcPct val="150000"/>
              </a:lnSpc>
              <a:defRPr sz="1200" b="1">
                <a:solidFill>
                  <a:schemeClr val="tx1">
                    <a:lumMod val="75000"/>
                    <a:lumOff val="25000"/>
                  </a:schemeClr>
                </a:solidFill>
                <a:latin typeface="나눔스퀘어 네오 OTF ExtraBold" panose="00000900000000000000" pitchFamily="50" charset="-127"/>
                <a:ea typeface="나눔스퀘어 네오 OTF ExtraBold" panose="00000900000000000000" pitchFamily="50" charset="-127"/>
              </a:defRPr>
            </a:lvl1pPr>
          </a:lstStyle>
          <a:p>
            <a:r>
              <a:rPr lang="en-US" altLang="ko-KR" dirty="0"/>
              <a:t>CM</a:t>
            </a:r>
            <a:r>
              <a:rPr lang="ko-KR" altLang="en-US" dirty="0" err="1"/>
              <a:t>테크</a:t>
            </a:r>
            <a:r>
              <a:rPr lang="ko-KR" altLang="en-US" dirty="0"/>
              <a:t> 광저우 분소</a:t>
            </a:r>
          </a:p>
        </p:txBody>
      </p:sp>
      <p:grpSp>
        <p:nvGrpSpPr>
          <p:cNvPr id="30" name="그룹 29">
            <a:extLst>
              <a:ext uri="{FF2B5EF4-FFF2-40B4-BE49-F238E27FC236}">
                <a16:creationId xmlns:a16="http://schemas.microsoft.com/office/drawing/2014/main" id="{27631B9E-471A-5F91-0DB0-437C3DA46BE1}"/>
              </a:ext>
            </a:extLst>
          </p:cNvPr>
          <p:cNvGrpSpPr/>
          <p:nvPr/>
        </p:nvGrpSpPr>
        <p:grpSpPr>
          <a:xfrm>
            <a:off x="6406197" y="1968904"/>
            <a:ext cx="655931" cy="288678"/>
            <a:chOff x="9007123" y="1719240"/>
            <a:chExt cx="655931" cy="288678"/>
          </a:xfrm>
        </p:grpSpPr>
        <p:sp>
          <p:nvSpPr>
            <p:cNvPr id="135" name="사각형: 둥근 모서리 134">
              <a:extLst>
                <a:ext uri="{FF2B5EF4-FFF2-40B4-BE49-F238E27FC236}">
                  <a16:creationId xmlns:a16="http://schemas.microsoft.com/office/drawing/2014/main" id="{0371A591-7D2A-5718-04BE-22A490344FFA}"/>
                </a:ext>
              </a:extLst>
            </p:cNvPr>
            <p:cNvSpPr/>
            <p:nvPr/>
          </p:nvSpPr>
          <p:spPr>
            <a:xfrm>
              <a:off x="9023248" y="1719240"/>
              <a:ext cx="639806" cy="288678"/>
            </a:xfrm>
            <a:prstGeom prst="roundRect">
              <a:avLst>
                <a:gd name="adj" fmla="val 50000"/>
              </a:avLst>
            </a:prstGeom>
            <a:solidFill>
              <a:srgbClr val="76717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7" name="TextBox 136">
              <a:extLst>
                <a:ext uri="{FF2B5EF4-FFF2-40B4-BE49-F238E27FC236}">
                  <a16:creationId xmlns:a16="http://schemas.microsoft.com/office/drawing/2014/main" id="{944EC6DA-BA8B-D1AA-A65C-4B7FFC3EEAA2}"/>
                </a:ext>
              </a:extLst>
            </p:cNvPr>
            <p:cNvSpPr txBox="1"/>
            <p:nvPr/>
          </p:nvSpPr>
          <p:spPr>
            <a:xfrm>
              <a:off x="9007123" y="1737622"/>
              <a:ext cx="639806" cy="261610"/>
            </a:xfrm>
            <a:prstGeom prst="rect">
              <a:avLst/>
            </a:prstGeom>
            <a:noFill/>
          </p:spPr>
          <p:txBody>
            <a:bodyPr wrap="square" rtlCol="0">
              <a:spAutoFit/>
            </a:bodyPr>
            <a:lstStyle/>
            <a:p>
              <a:pPr algn="ctr"/>
              <a:r>
                <a:rPr lang="en-US" altLang="ko-KR" sz="1100" dirty="0">
                  <a:solidFill>
                    <a:schemeClr val="bg1"/>
                  </a:solidFill>
                  <a:latin typeface="나눔스퀘어 네오 OTF Bold" panose="00000800000000000000" pitchFamily="50" charset="-127"/>
                  <a:ea typeface="나눔스퀘어 네오 OTF Bold" panose="00000800000000000000" pitchFamily="50" charset="-127"/>
                </a:rPr>
                <a:t>3,4 </a:t>
              </a:r>
              <a:r>
                <a:rPr lang="ko-KR" altLang="en-US" sz="1100" dirty="0">
                  <a:solidFill>
                    <a:schemeClr val="bg1"/>
                  </a:solidFill>
                  <a:latin typeface="나눔스퀘어 네오 OTF Bold" panose="00000800000000000000" pitchFamily="50" charset="-127"/>
                  <a:ea typeface="나눔스퀘어 네오 OTF Bold" panose="00000800000000000000" pitchFamily="50" charset="-127"/>
                </a:rPr>
                <a:t>선</a:t>
              </a:r>
            </a:p>
          </p:txBody>
        </p:sp>
      </p:grpSp>
      <p:grpSp>
        <p:nvGrpSpPr>
          <p:cNvPr id="33" name="그룹 32">
            <a:extLst>
              <a:ext uri="{FF2B5EF4-FFF2-40B4-BE49-F238E27FC236}">
                <a16:creationId xmlns:a16="http://schemas.microsoft.com/office/drawing/2014/main" id="{97DAFB28-A48E-B43D-E0AC-CBEBA3B6AFF5}"/>
              </a:ext>
            </a:extLst>
          </p:cNvPr>
          <p:cNvGrpSpPr/>
          <p:nvPr/>
        </p:nvGrpSpPr>
        <p:grpSpPr>
          <a:xfrm>
            <a:off x="6366753" y="2474981"/>
            <a:ext cx="727697" cy="288678"/>
            <a:chOff x="8926121" y="2309333"/>
            <a:chExt cx="727697" cy="288678"/>
          </a:xfrm>
        </p:grpSpPr>
        <p:sp>
          <p:nvSpPr>
            <p:cNvPr id="138" name="사각형: 둥근 모서리 137">
              <a:extLst>
                <a:ext uri="{FF2B5EF4-FFF2-40B4-BE49-F238E27FC236}">
                  <a16:creationId xmlns:a16="http://schemas.microsoft.com/office/drawing/2014/main" id="{B06333B0-47C9-8DFD-C284-3F41FD20F79F}"/>
                </a:ext>
              </a:extLst>
            </p:cNvPr>
            <p:cNvSpPr/>
            <p:nvPr/>
          </p:nvSpPr>
          <p:spPr>
            <a:xfrm>
              <a:off x="8968781" y="2309333"/>
              <a:ext cx="639806" cy="288678"/>
            </a:xfrm>
            <a:prstGeom prst="roundRect">
              <a:avLst>
                <a:gd name="adj" fmla="val 50000"/>
              </a:avLst>
            </a:prstGeom>
            <a:solidFill>
              <a:srgbClr val="2F5597"/>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9" name="TextBox 138">
              <a:extLst>
                <a:ext uri="{FF2B5EF4-FFF2-40B4-BE49-F238E27FC236}">
                  <a16:creationId xmlns:a16="http://schemas.microsoft.com/office/drawing/2014/main" id="{04549266-49A1-C9A1-B048-F02BBD0B4AEE}"/>
                </a:ext>
              </a:extLst>
            </p:cNvPr>
            <p:cNvSpPr txBox="1"/>
            <p:nvPr/>
          </p:nvSpPr>
          <p:spPr>
            <a:xfrm>
              <a:off x="8926121" y="2326421"/>
              <a:ext cx="727697" cy="261610"/>
            </a:xfrm>
            <a:prstGeom prst="rect">
              <a:avLst/>
            </a:prstGeom>
            <a:noFill/>
          </p:spPr>
          <p:txBody>
            <a:bodyPr wrap="square" rtlCol="0">
              <a:spAutoFit/>
            </a:bodyPr>
            <a:lstStyle/>
            <a:p>
              <a:pPr algn="ctr"/>
              <a:r>
                <a:rPr lang="ko-KR" altLang="en-US" sz="1100" dirty="0">
                  <a:solidFill>
                    <a:schemeClr val="bg1"/>
                  </a:solidFill>
                  <a:latin typeface="나눔스퀘어 네오 OTF Bold" panose="00000800000000000000" pitchFamily="50" charset="-127"/>
                  <a:ea typeface="나눔스퀘어 네오 OTF Bold" panose="00000800000000000000" pitchFamily="50" charset="-127"/>
                </a:rPr>
                <a:t>보세가공</a:t>
              </a:r>
            </a:p>
          </p:txBody>
        </p:sp>
      </p:grpSp>
      <p:grpSp>
        <p:nvGrpSpPr>
          <p:cNvPr id="32" name="그룹 31">
            <a:extLst>
              <a:ext uri="{FF2B5EF4-FFF2-40B4-BE49-F238E27FC236}">
                <a16:creationId xmlns:a16="http://schemas.microsoft.com/office/drawing/2014/main" id="{440164E7-F0B3-EAD4-D277-DE8AC3F6EB39}"/>
              </a:ext>
            </a:extLst>
          </p:cNvPr>
          <p:cNvGrpSpPr/>
          <p:nvPr/>
        </p:nvGrpSpPr>
        <p:grpSpPr>
          <a:xfrm>
            <a:off x="5754639" y="2481916"/>
            <a:ext cx="639806" cy="288000"/>
            <a:chOff x="8295535" y="2316268"/>
            <a:chExt cx="639806" cy="288000"/>
          </a:xfrm>
        </p:grpSpPr>
        <p:sp>
          <p:nvSpPr>
            <p:cNvPr id="140" name="사각형: 둥근 모서리 139">
              <a:extLst>
                <a:ext uri="{FF2B5EF4-FFF2-40B4-BE49-F238E27FC236}">
                  <a16:creationId xmlns:a16="http://schemas.microsoft.com/office/drawing/2014/main" id="{2C8868D9-A558-ACD8-B0C7-50B06449A713}"/>
                </a:ext>
              </a:extLst>
            </p:cNvPr>
            <p:cNvSpPr/>
            <p:nvPr/>
          </p:nvSpPr>
          <p:spPr>
            <a:xfrm>
              <a:off x="8295535" y="2316268"/>
              <a:ext cx="639806" cy="288000"/>
            </a:xfrm>
            <a:prstGeom prst="roundRect">
              <a:avLst>
                <a:gd name="adj" fmla="val 50000"/>
              </a:avLst>
            </a:prstGeom>
            <a:noFill/>
            <a:ln w="15875">
              <a:solidFill>
                <a:srgbClr val="20386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6" name="TextBox 135">
              <a:extLst>
                <a:ext uri="{FF2B5EF4-FFF2-40B4-BE49-F238E27FC236}">
                  <a16:creationId xmlns:a16="http://schemas.microsoft.com/office/drawing/2014/main" id="{02EA0F5C-B6C5-02E8-C6A3-7E40199BE562}"/>
                </a:ext>
              </a:extLst>
            </p:cNvPr>
            <p:cNvSpPr txBox="1"/>
            <p:nvPr/>
          </p:nvSpPr>
          <p:spPr>
            <a:xfrm>
              <a:off x="8295535" y="2326808"/>
              <a:ext cx="639806" cy="261610"/>
            </a:xfrm>
            <a:prstGeom prst="rect">
              <a:avLst/>
            </a:prstGeom>
            <a:noFill/>
          </p:spPr>
          <p:txBody>
            <a:bodyPr wrap="square" rtlCol="0">
              <a:spAutoFit/>
            </a:bodyPr>
            <a:lstStyle/>
            <a:p>
              <a:pPr algn="ctr"/>
              <a:r>
                <a:rPr lang="ko-KR" altLang="en-US" sz="1100" dirty="0">
                  <a:solidFill>
                    <a:srgbClr val="203864"/>
                  </a:solidFill>
                  <a:latin typeface="나눔스퀘어 네오 OTF Bold" panose="00000800000000000000" pitchFamily="50" charset="-127"/>
                  <a:ea typeface="나눔스퀘어 네오 OTF Bold" panose="00000800000000000000" pitchFamily="50" charset="-127"/>
                </a:rPr>
                <a:t>수출</a:t>
              </a:r>
            </a:p>
          </p:txBody>
        </p:sp>
      </p:grpSp>
      <p:grpSp>
        <p:nvGrpSpPr>
          <p:cNvPr id="28" name="그룹 27">
            <a:extLst>
              <a:ext uri="{FF2B5EF4-FFF2-40B4-BE49-F238E27FC236}">
                <a16:creationId xmlns:a16="http://schemas.microsoft.com/office/drawing/2014/main" id="{D9FEFD75-81A9-F5DE-F744-123FEF372FEF}"/>
              </a:ext>
            </a:extLst>
          </p:cNvPr>
          <p:cNvGrpSpPr/>
          <p:nvPr/>
        </p:nvGrpSpPr>
        <p:grpSpPr>
          <a:xfrm>
            <a:off x="5773264" y="1969628"/>
            <a:ext cx="639806" cy="288678"/>
            <a:chOff x="8358065" y="1719240"/>
            <a:chExt cx="639806" cy="288678"/>
          </a:xfrm>
        </p:grpSpPr>
        <p:sp>
          <p:nvSpPr>
            <p:cNvPr id="134" name="사각형: 둥근 모서리 133">
              <a:extLst>
                <a:ext uri="{FF2B5EF4-FFF2-40B4-BE49-F238E27FC236}">
                  <a16:creationId xmlns:a16="http://schemas.microsoft.com/office/drawing/2014/main" id="{04782D25-71DE-C189-58CA-69344D5DF8AF}"/>
                </a:ext>
              </a:extLst>
            </p:cNvPr>
            <p:cNvSpPr/>
            <p:nvPr/>
          </p:nvSpPr>
          <p:spPr>
            <a:xfrm>
              <a:off x="8358065" y="1719240"/>
              <a:ext cx="639806" cy="288678"/>
            </a:xfrm>
            <a:prstGeom prst="roundRect">
              <a:avLst>
                <a:gd name="adj" fmla="val 50000"/>
              </a:avLst>
            </a:prstGeom>
            <a:solidFill>
              <a:srgbClr val="20386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5" name="TextBox 144">
              <a:extLst>
                <a:ext uri="{FF2B5EF4-FFF2-40B4-BE49-F238E27FC236}">
                  <a16:creationId xmlns:a16="http://schemas.microsoft.com/office/drawing/2014/main" id="{5BB5639A-68EB-66B5-9C67-EFE0D1472A7F}"/>
                </a:ext>
              </a:extLst>
            </p:cNvPr>
            <p:cNvSpPr txBox="1"/>
            <p:nvPr/>
          </p:nvSpPr>
          <p:spPr>
            <a:xfrm>
              <a:off x="8379318" y="1737622"/>
              <a:ext cx="611680" cy="261610"/>
            </a:xfrm>
            <a:prstGeom prst="rect">
              <a:avLst/>
            </a:prstGeom>
            <a:noFill/>
          </p:spPr>
          <p:txBody>
            <a:bodyPr wrap="square" rtlCol="0">
              <a:spAutoFit/>
            </a:bodyPr>
            <a:lstStyle/>
            <a:p>
              <a:pPr algn="ctr"/>
              <a:r>
                <a:rPr lang="en-US" altLang="ko-KR" sz="1100" dirty="0">
                  <a:solidFill>
                    <a:schemeClr val="bg1"/>
                  </a:solidFill>
                  <a:latin typeface="나눔스퀘어 네오 OTF Bold" panose="00000800000000000000" pitchFamily="50" charset="-127"/>
                  <a:ea typeface="나눔스퀘어 네오 OTF Bold" panose="00000800000000000000" pitchFamily="50" charset="-127"/>
                </a:rPr>
                <a:t>OBM</a:t>
              </a:r>
              <a:endParaRPr lang="ko-KR" altLang="en-US" sz="1100" dirty="0">
                <a:solidFill>
                  <a:schemeClr val="bg1"/>
                </a:solidFill>
                <a:latin typeface="나눔스퀘어 네오 OTF Bold" panose="00000800000000000000" pitchFamily="50" charset="-127"/>
                <a:ea typeface="나눔스퀘어 네오 OTF Bold" panose="00000800000000000000" pitchFamily="50" charset="-127"/>
              </a:endParaRPr>
            </a:p>
          </p:txBody>
        </p:sp>
      </p:grpSp>
      <p:sp>
        <p:nvSpPr>
          <p:cNvPr id="148" name="사각형: 둥근 모서리 147">
            <a:extLst>
              <a:ext uri="{FF2B5EF4-FFF2-40B4-BE49-F238E27FC236}">
                <a16:creationId xmlns:a16="http://schemas.microsoft.com/office/drawing/2014/main" id="{97DB3C2F-C61F-5B6E-2CDE-B5D35B28B1B6}"/>
              </a:ext>
            </a:extLst>
          </p:cNvPr>
          <p:cNvSpPr/>
          <p:nvPr/>
        </p:nvSpPr>
        <p:spPr>
          <a:xfrm>
            <a:off x="5758312" y="3014772"/>
            <a:ext cx="639806" cy="288000"/>
          </a:xfrm>
          <a:prstGeom prst="roundRect">
            <a:avLst>
              <a:gd name="adj" fmla="val 50000"/>
            </a:avLst>
          </a:prstGeom>
          <a:noFill/>
          <a:ln w="15875">
            <a:solidFill>
              <a:srgbClr val="20386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9" name="TextBox 148">
            <a:extLst>
              <a:ext uri="{FF2B5EF4-FFF2-40B4-BE49-F238E27FC236}">
                <a16:creationId xmlns:a16="http://schemas.microsoft.com/office/drawing/2014/main" id="{56D562F4-226F-E3CD-BA96-FCAF62878188}"/>
              </a:ext>
            </a:extLst>
          </p:cNvPr>
          <p:cNvSpPr txBox="1"/>
          <p:nvPr/>
        </p:nvSpPr>
        <p:spPr>
          <a:xfrm>
            <a:off x="5758312" y="3025312"/>
            <a:ext cx="639806" cy="261610"/>
          </a:xfrm>
          <a:prstGeom prst="rect">
            <a:avLst/>
          </a:prstGeom>
          <a:noFill/>
        </p:spPr>
        <p:txBody>
          <a:bodyPr wrap="square" rtlCol="0">
            <a:spAutoFit/>
          </a:bodyPr>
          <a:lstStyle/>
          <a:p>
            <a:pPr algn="ctr"/>
            <a:r>
              <a:rPr lang="ko-KR" altLang="en-US" sz="1100" dirty="0">
                <a:solidFill>
                  <a:srgbClr val="203864"/>
                </a:solidFill>
                <a:latin typeface="나눔스퀘어 네오 OTF Bold" panose="00000800000000000000" pitchFamily="50" charset="-127"/>
                <a:ea typeface="나눔스퀘어 네오 OTF Bold" panose="00000800000000000000" pitchFamily="50" charset="-127"/>
              </a:rPr>
              <a:t>수출</a:t>
            </a:r>
          </a:p>
        </p:txBody>
      </p:sp>
      <p:sp>
        <p:nvSpPr>
          <p:cNvPr id="150" name="사각형: 둥근 모서리 149">
            <a:extLst>
              <a:ext uri="{FF2B5EF4-FFF2-40B4-BE49-F238E27FC236}">
                <a16:creationId xmlns:a16="http://schemas.microsoft.com/office/drawing/2014/main" id="{FEEBDD97-1D8B-3D6F-6948-A3C648931286}"/>
              </a:ext>
            </a:extLst>
          </p:cNvPr>
          <p:cNvSpPr/>
          <p:nvPr/>
        </p:nvSpPr>
        <p:spPr>
          <a:xfrm>
            <a:off x="6419959" y="3005699"/>
            <a:ext cx="639806" cy="288678"/>
          </a:xfrm>
          <a:prstGeom prst="roundRect">
            <a:avLst>
              <a:gd name="adj" fmla="val 50000"/>
            </a:avLst>
          </a:prstGeom>
          <a:solidFill>
            <a:srgbClr val="20386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1" name="TextBox 150">
            <a:extLst>
              <a:ext uri="{FF2B5EF4-FFF2-40B4-BE49-F238E27FC236}">
                <a16:creationId xmlns:a16="http://schemas.microsoft.com/office/drawing/2014/main" id="{497715ED-FBAF-8C4B-FF3C-128231972F7F}"/>
              </a:ext>
            </a:extLst>
          </p:cNvPr>
          <p:cNvSpPr txBox="1"/>
          <p:nvPr/>
        </p:nvSpPr>
        <p:spPr>
          <a:xfrm>
            <a:off x="6431976" y="3024081"/>
            <a:ext cx="611680" cy="261610"/>
          </a:xfrm>
          <a:prstGeom prst="rect">
            <a:avLst/>
          </a:prstGeom>
          <a:noFill/>
        </p:spPr>
        <p:txBody>
          <a:bodyPr wrap="square" rtlCol="0">
            <a:spAutoFit/>
          </a:bodyPr>
          <a:lstStyle/>
          <a:p>
            <a:pPr algn="ctr"/>
            <a:r>
              <a:rPr lang="en-US" altLang="ko-KR" sz="1100" dirty="0">
                <a:solidFill>
                  <a:schemeClr val="bg1"/>
                </a:solidFill>
                <a:latin typeface="나눔스퀘어 네오 OTF Bold" panose="00000800000000000000" pitchFamily="50" charset="-127"/>
                <a:ea typeface="나눔스퀘어 네오 OTF Bold" panose="00000800000000000000" pitchFamily="50" charset="-127"/>
              </a:rPr>
              <a:t>OBM</a:t>
            </a:r>
            <a:endParaRPr lang="ko-KR" altLang="en-US" sz="1100" dirty="0">
              <a:solidFill>
                <a:schemeClr val="bg1"/>
              </a:solidFill>
              <a:latin typeface="나눔스퀘어 네오 OTF Bold" panose="00000800000000000000" pitchFamily="50" charset="-127"/>
              <a:ea typeface="나눔스퀘어 네오 OTF Bold" panose="00000800000000000000" pitchFamily="50" charset="-127"/>
            </a:endParaRPr>
          </a:p>
        </p:txBody>
      </p:sp>
      <p:sp>
        <p:nvSpPr>
          <p:cNvPr id="6" name="TextBox 5">
            <a:extLst>
              <a:ext uri="{FF2B5EF4-FFF2-40B4-BE49-F238E27FC236}">
                <a16:creationId xmlns:a16="http://schemas.microsoft.com/office/drawing/2014/main" id="{EDE21E9C-1E84-9CBE-3BC3-C1231B30DDF6}"/>
              </a:ext>
            </a:extLst>
          </p:cNvPr>
          <p:cNvSpPr txBox="1"/>
          <p:nvPr/>
        </p:nvSpPr>
        <p:spPr>
          <a:xfrm>
            <a:off x="2424030" y="1943974"/>
            <a:ext cx="2886883" cy="342723"/>
          </a:xfrm>
          <a:prstGeom prst="rect">
            <a:avLst/>
          </a:prstGeom>
          <a:noFill/>
        </p:spPr>
        <p:txBody>
          <a:bodyPr wrap="square" rtlCol="0">
            <a:spAutoFit/>
          </a:bodyPr>
          <a:lstStyle/>
          <a:p>
            <a:pPr>
              <a:lnSpc>
                <a:spcPct val="150000"/>
              </a:lnSpc>
            </a:pP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43</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 </a:t>
            </a: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SKU </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부자재 확정 및  </a:t>
            </a:r>
            <a:r>
              <a:rPr lang="ko-KR" altLang="en-US" sz="1200" b="1" dirty="0" err="1">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베이안</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 진행중</a:t>
            </a:r>
          </a:p>
        </p:txBody>
      </p:sp>
      <p:sp>
        <p:nvSpPr>
          <p:cNvPr id="7" name="TextBox 6">
            <a:extLst>
              <a:ext uri="{FF2B5EF4-FFF2-40B4-BE49-F238E27FC236}">
                <a16:creationId xmlns:a16="http://schemas.microsoft.com/office/drawing/2014/main" id="{E1F00AD2-E136-B2C8-048B-E55BDB09AC25}"/>
              </a:ext>
            </a:extLst>
          </p:cNvPr>
          <p:cNvSpPr txBox="1"/>
          <p:nvPr/>
        </p:nvSpPr>
        <p:spPr>
          <a:xfrm>
            <a:off x="2424030" y="2460725"/>
            <a:ext cx="2886883" cy="342723"/>
          </a:xfrm>
          <a:prstGeom prst="rect">
            <a:avLst/>
          </a:prstGeom>
          <a:noFill/>
        </p:spPr>
        <p:txBody>
          <a:bodyPr wrap="square" rtlCol="0">
            <a:spAutoFit/>
          </a:bodyPr>
          <a:lstStyle/>
          <a:p>
            <a:pPr>
              <a:lnSpc>
                <a:spcPct val="150000"/>
              </a:lnSpc>
            </a:pP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4</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제품 </a:t>
            </a: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140</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 </a:t>
            </a: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SKU </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품평 진행중</a:t>
            </a:r>
          </a:p>
        </p:txBody>
      </p:sp>
      <p:sp>
        <p:nvSpPr>
          <p:cNvPr id="9" name="TextBox 8">
            <a:extLst>
              <a:ext uri="{FF2B5EF4-FFF2-40B4-BE49-F238E27FC236}">
                <a16:creationId xmlns:a16="http://schemas.microsoft.com/office/drawing/2014/main" id="{AA0954DE-F596-EC3B-A8C7-53B4640B2635}"/>
              </a:ext>
            </a:extLst>
          </p:cNvPr>
          <p:cNvSpPr txBox="1"/>
          <p:nvPr/>
        </p:nvSpPr>
        <p:spPr>
          <a:xfrm>
            <a:off x="2424029" y="2977476"/>
            <a:ext cx="2886883" cy="342723"/>
          </a:xfrm>
          <a:prstGeom prst="rect">
            <a:avLst/>
          </a:prstGeom>
          <a:noFill/>
        </p:spPr>
        <p:txBody>
          <a:bodyPr wrap="square" rtlCol="0">
            <a:spAutoFit/>
          </a:bodyPr>
          <a:lstStyle/>
          <a:p>
            <a:pPr>
              <a:lnSpc>
                <a:spcPct val="150000"/>
              </a:lnSpc>
            </a:pP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2</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개 브랜드 제안 </a:t>
            </a: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PT </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진행</a:t>
            </a:r>
          </a:p>
        </p:txBody>
      </p:sp>
      <p:sp>
        <p:nvSpPr>
          <p:cNvPr id="12" name="TextBox 11">
            <a:extLst>
              <a:ext uri="{FF2B5EF4-FFF2-40B4-BE49-F238E27FC236}">
                <a16:creationId xmlns:a16="http://schemas.microsoft.com/office/drawing/2014/main" id="{DE873524-3B8F-AD03-9E58-36F9AC41FBAD}"/>
              </a:ext>
            </a:extLst>
          </p:cNvPr>
          <p:cNvSpPr txBox="1"/>
          <p:nvPr/>
        </p:nvSpPr>
        <p:spPr>
          <a:xfrm>
            <a:off x="2420649" y="3510079"/>
            <a:ext cx="2886883" cy="342723"/>
          </a:xfrm>
          <a:prstGeom prst="rect">
            <a:avLst/>
          </a:prstGeom>
          <a:noFill/>
        </p:spPr>
        <p:txBody>
          <a:bodyPr wrap="square" rtlCol="0">
            <a:spAutoFit/>
          </a:bodyPr>
          <a:lstStyle/>
          <a:p>
            <a:pPr>
              <a:lnSpc>
                <a:spcPct val="150000"/>
              </a:lnSpc>
            </a:pP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OEM</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 </a:t>
            </a: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10</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종 세트 진행 후</a:t>
            </a: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 ODM </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확장 예정</a:t>
            </a:r>
          </a:p>
        </p:txBody>
      </p:sp>
      <p:cxnSp>
        <p:nvCxnSpPr>
          <p:cNvPr id="14" name="직선 연결선 13">
            <a:extLst>
              <a:ext uri="{FF2B5EF4-FFF2-40B4-BE49-F238E27FC236}">
                <a16:creationId xmlns:a16="http://schemas.microsoft.com/office/drawing/2014/main" id="{AAADAFAC-D865-C9B2-8711-BBECE136229D}"/>
              </a:ext>
            </a:extLst>
          </p:cNvPr>
          <p:cNvCxnSpPr>
            <a:cxnSpLocks/>
          </p:cNvCxnSpPr>
          <p:nvPr/>
        </p:nvCxnSpPr>
        <p:spPr>
          <a:xfrm>
            <a:off x="450326" y="2361186"/>
            <a:ext cx="6552000" cy="0"/>
          </a:xfrm>
          <a:prstGeom prst="line">
            <a:avLst/>
          </a:prstGeom>
          <a:ln>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0183CCE8-BCEB-28E5-F877-CE973BB342E7}"/>
              </a:ext>
            </a:extLst>
          </p:cNvPr>
          <p:cNvCxnSpPr>
            <a:cxnSpLocks/>
          </p:cNvCxnSpPr>
          <p:nvPr/>
        </p:nvCxnSpPr>
        <p:spPr>
          <a:xfrm>
            <a:off x="450326" y="2870672"/>
            <a:ext cx="6552000" cy="0"/>
          </a:xfrm>
          <a:prstGeom prst="line">
            <a:avLst/>
          </a:prstGeom>
          <a:ln>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B12FFB70-0E21-5AF2-3A66-6E4CEE70A942}"/>
              </a:ext>
            </a:extLst>
          </p:cNvPr>
          <p:cNvCxnSpPr>
            <a:cxnSpLocks/>
          </p:cNvCxnSpPr>
          <p:nvPr/>
        </p:nvCxnSpPr>
        <p:spPr>
          <a:xfrm>
            <a:off x="450326" y="3427163"/>
            <a:ext cx="6552000" cy="0"/>
          </a:xfrm>
          <a:prstGeom prst="line">
            <a:avLst/>
          </a:prstGeom>
          <a:ln>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DDECC244-3798-5496-B473-D6A9B832B060}"/>
              </a:ext>
            </a:extLst>
          </p:cNvPr>
          <p:cNvCxnSpPr>
            <a:cxnSpLocks/>
          </p:cNvCxnSpPr>
          <p:nvPr/>
        </p:nvCxnSpPr>
        <p:spPr>
          <a:xfrm>
            <a:off x="450326" y="3934459"/>
            <a:ext cx="6552000" cy="0"/>
          </a:xfrm>
          <a:prstGeom prst="line">
            <a:avLst/>
          </a:prstGeom>
          <a:ln>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62E99166-D0B0-08CD-58B6-B042363D8F6A}"/>
              </a:ext>
            </a:extLst>
          </p:cNvPr>
          <p:cNvCxnSpPr>
            <a:cxnSpLocks/>
          </p:cNvCxnSpPr>
          <p:nvPr/>
        </p:nvCxnSpPr>
        <p:spPr>
          <a:xfrm>
            <a:off x="451242" y="4466472"/>
            <a:ext cx="6552000" cy="0"/>
          </a:xfrm>
          <a:prstGeom prst="line">
            <a:avLst/>
          </a:prstGeom>
          <a:ln>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4656A9D9-9D7C-F288-D5E7-69608B3C103B}"/>
              </a:ext>
            </a:extLst>
          </p:cNvPr>
          <p:cNvCxnSpPr>
            <a:cxnSpLocks/>
          </p:cNvCxnSpPr>
          <p:nvPr/>
        </p:nvCxnSpPr>
        <p:spPr>
          <a:xfrm>
            <a:off x="450326" y="4990940"/>
            <a:ext cx="6552000" cy="0"/>
          </a:xfrm>
          <a:prstGeom prst="line">
            <a:avLst/>
          </a:prstGeom>
          <a:ln>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21" name="직선 연결선 20">
            <a:extLst>
              <a:ext uri="{FF2B5EF4-FFF2-40B4-BE49-F238E27FC236}">
                <a16:creationId xmlns:a16="http://schemas.microsoft.com/office/drawing/2014/main" id="{24FF6FBB-88CB-69F3-1A8E-269D6B925846}"/>
              </a:ext>
            </a:extLst>
          </p:cNvPr>
          <p:cNvCxnSpPr>
            <a:cxnSpLocks/>
          </p:cNvCxnSpPr>
          <p:nvPr/>
        </p:nvCxnSpPr>
        <p:spPr>
          <a:xfrm>
            <a:off x="450326" y="5516749"/>
            <a:ext cx="6552000" cy="0"/>
          </a:xfrm>
          <a:prstGeom prst="line">
            <a:avLst/>
          </a:prstGeom>
          <a:ln>
            <a:solidFill>
              <a:srgbClr val="B4B4B4"/>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33A3D547-D156-2498-0209-23C379451994}"/>
              </a:ext>
            </a:extLst>
          </p:cNvPr>
          <p:cNvCxnSpPr>
            <a:cxnSpLocks/>
          </p:cNvCxnSpPr>
          <p:nvPr/>
        </p:nvCxnSpPr>
        <p:spPr>
          <a:xfrm>
            <a:off x="450326" y="6039273"/>
            <a:ext cx="6552000" cy="0"/>
          </a:xfrm>
          <a:prstGeom prst="line">
            <a:avLst/>
          </a:prstGeom>
          <a:ln>
            <a:solidFill>
              <a:srgbClr val="B4B4B4"/>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5B9C2CB-9E0E-0C01-9C6D-F6DF33C845EE}"/>
              </a:ext>
            </a:extLst>
          </p:cNvPr>
          <p:cNvSpPr txBox="1"/>
          <p:nvPr/>
        </p:nvSpPr>
        <p:spPr>
          <a:xfrm>
            <a:off x="2420647" y="4055330"/>
            <a:ext cx="3767723" cy="342723"/>
          </a:xfrm>
          <a:prstGeom prst="rect">
            <a:avLst/>
          </a:prstGeom>
          <a:noFill/>
        </p:spPr>
        <p:txBody>
          <a:bodyPr wrap="square" rtlCol="0">
            <a:spAutoFit/>
          </a:bodyPr>
          <a:lstStyle/>
          <a:p>
            <a:pPr>
              <a:lnSpc>
                <a:spcPct val="150000"/>
              </a:lnSpc>
            </a:pP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피부과 전용 화장품 개발</a:t>
            </a: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 </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신규 특수허가 진행 예정</a:t>
            </a:r>
          </a:p>
        </p:txBody>
      </p:sp>
      <p:sp>
        <p:nvSpPr>
          <p:cNvPr id="25" name="TextBox 24">
            <a:extLst>
              <a:ext uri="{FF2B5EF4-FFF2-40B4-BE49-F238E27FC236}">
                <a16:creationId xmlns:a16="http://schemas.microsoft.com/office/drawing/2014/main" id="{94DFEC0C-A39F-0D25-FC5E-752B5717D4AE}"/>
              </a:ext>
            </a:extLst>
          </p:cNvPr>
          <p:cNvSpPr txBox="1"/>
          <p:nvPr/>
        </p:nvSpPr>
        <p:spPr>
          <a:xfrm>
            <a:off x="2420646" y="5081531"/>
            <a:ext cx="3767723" cy="342723"/>
          </a:xfrm>
          <a:prstGeom prst="rect">
            <a:avLst/>
          </a:prstGeom>
          <a:noFill/>
        </p:spPr>
        <p:txBody>
          <a:bodyPr wrap="square" rtlCol="0">
            <a:spAutoFit/>
          </a:bodyPr>
          <a:lstStyle/>
          <a:p>
            <a:pPr>
              <a:lnSpc>
                <a:spcPct val="150000"/>
              </a:lnSpc>
            </a:pP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4/2 </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실험용 설비</a:t>
            </a: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 </a:t>
            </a:r>
            <a:r>
              <a:rPr lang="ko-KR" altLang="en-US" sz="1200" b="1" dirty="0" err="1">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타발기</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 입고 예정</a:t>
            </a:r>
          </a:p>
        </p:txBody>
      </p:sp>
      <p:sp>
        <p:nvSpPr>
          <p:cNvPr id="26" name="TextBox 25">
            <a:extLst>
              <a:ext uri="{FF2B5EF4-FFF2-40B4-BE49-F238E27FC236}">
                <a16:creationId xmlns:a16="http://schemas.microsoft.com/office/drawing/2014/main" id="{42C5920F-85A5-725F-303D-AAE4A3390C0E}"/>
              </a:ext>
            </a:extLst>
          </p:cNvPr>
          <p:cNvSpPr txBox="1"/>
          <p:nvPr/>
        </p:nvSpPr>
        <p:spPr>
          <a:xfrm>
            <a:off x="2420646" y="4564442"/>
            <a:ext cx="3767723" cy="342723"/>
          </a:xfrm>
          <a:prstGeom prst="rect">
            <a:avLst/>
          </a:prstGeom>
          <a:noFill/>
        </p:spPr>
        <p:txBody>
          <a:bodyPr wrap="square" rtlCol="0">
            <a:spAutoFit/>
          </a:bodyPr>
          <a:lstStyle/>
          <a:p>
            <a:pPr>
              <a:lnSpc>
                <a:spcPct val="150000"/>
              </a:lnSpc>
            </a:pP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OEM </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우선</a:t>
            </a: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 </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진행</a:t>
            </a: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 </a:t>
            </a: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ODM</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으로 확장</a:t>
            </a:r>
          </a:p>
        </p:txBody>
      </p:sp>
      <p:sp>
        <p:nvSpPr>
          <p:cNvPr id="27" name="TextBox 26">
            <a:extLst>
              <a:ext uri="{FF2B5EF4-FFF2-40B4-BE49-F238E27FC236}">
                <a16:creationId xmlns:a16="http://schemas.microsoft.com/office/drawing/2014/main" id="{97B19BF3-09FF-C95A-4C42-521B0A3FD606}"/>
              </a:ext>
            </a:extLst>
          </p:cNvPr>
          <p:cNvSpPr txBox="1"/>
          <p:nvPr/>
        </p:nvSpPr>
        <p:spPr>
          <a:xfrm>
            <a:off x="2420646" y="5644553"/>
            <a:ext cx="4663652" cy="342723"/>
          </a:xfrm>
          <a:prstGeom prst="rect">
            <a:avLst/>
          </a:prstGeom>
          <a:noFill/>
        </p:spPr>
        <p:txBody>
          <a:bodyPr wrap="square" rtlCol="0">
            <a:spAutoFit/>
          </a:bodyPr>
          <a:lstStyle/>
          <a:p>
            <a:pPr>
              <a:lnSpc>
                <a:spcPct val="150000"/>
              </a:lnSpc>
            </a:pP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법인 설립 진행중</a:t>
            </a: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 </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실험용 설비 발주 완료</a:t>
            </a:r>
            <a:r>
              <a:rPr lang="en-US" altLang="ko-KR"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 4/15 MF, </a:t>
            </a:r>
            <a:r>
              <a:rPr lang="ko-KR" altLang="en-US" sz="1200" b="1" dirty="0" err="1">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제트밀</a:t>
            </a:r>
            <a:r>
              <a:rPr lang="ko-KR" altLang="en-US" sz="1200" b="1" dirty="0">
                <a:solidFill>
                  <a:schemeClr val="tx1">
                    <a:lumMod val="75000"/>
                    <a:lumOff val="25000"/>
                  </a:schemeClr>
                </a:solidFill>
                <a:latin typeface="나눔스퀘어 네오 OTF Bold" panose="00000800000000000000" pitchFamily="50" charset="-127"/>
                <a:ea typeface="나눔스퀘어 네오 OTF Bold" panose="00000800000000000000" pitchFamily="50" charset="-127"/>
              </a:rPr>
              <a:t> 입고</a:t>
            </a:r>
          </a:p>
        </p:txBody>
      </p:sp>
      <p:sp>
        <p:nvSpPr>
          <p:cNvPr id="34" name="사각형: 둥근 모서리 33">
            <a:extLst>
              <a:ext uri="{FF2B5EF4-FFF2-40B4-BE49-F238E27FC236}">
                <a16:creationId xmlns:a16="http://schemas.microsoft.com/office/drawing/2014/main" id="{8D439D91-F96F-11C1-D328-66A65453AF8A}"/>
              </a:ext>
            </a:extLst>
          </p:cNvPr>
          <p:cNvSpPr/>
          <p:nvPr/>
        </p:nvSpPr>
        <p:spPr>
          <a:xfrm>
            <a:off x="7336135" y="1180672"/>
            <a:ext cx="3205018" cy="1101167"/>
          </a:xfrm>
          <a:prstGeom prst="roundRect">
            <a:avLst/>
          </a:prstGeom>
          <a:solidFill>
            <a:srgbClr val="2038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2">
                  <a:lumMod val="75000"/>
                </a:schemeClr>
              </a:solidFill>
            </a:endParaRPr>
          </a:p>
        </p:txBody>
      </p:sp>
      <p:sp>
        <p:nvSpPr>
          <p:cNvPr id="35" name="사각형: 둥근 모서리 34">
            <a:extLst>
              <a:ext uri="{FF2B5EF4-FFF2-40B4-BE49-F238E27FC236}">
                <a16:creationId xmlns:a16="http://schemas.microsoft.com/office/drawing/2014/main" id="{D16623A1-C049-E3F7-BC4D-EAD1AD0AE690}"/>
              </a:ext>
            </a:extLst>
          </p:cNvPr>
          <p:cNvSpPr/>
          <p:nvPr/>
        </p:nvSpPr>
        <p:spPr>
          <a:xfrm>
            <a:off x="7336134" y="1319220"/>
            <a:ext cx="4625639" cy="962619"/>
          </a:xfrm>
          <a:prstGeom prst="roundRect">
            <a:avLst>
              <a:gd name="adj" fmla="val 17525"/>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TextBox 35">
            <a:extLst>
              <a:ext uri="{FF2B5EF4-FFF2-40B4-BE49-F238E27FC236}">
                <a16:creationId xmlns:a16="http://schemas.microsoft.com/office/drawing/2014/main" id="{78BE2803-A18C-5B75-3DED-32B9C214456A}"/>
              </a:ext>
            </a:extLst>
          </p:cNvPr>
          <p:cNvSpPr txBox="1"/>
          <p:nvPr/>
        </p:nvSpPr>
        <p:spPr>
          <a:xfrm>
            <a:off x="7579687" y="4053711"/>
            <a:ext cx="1607127" cy="584775"/>
          </a:xfrm>
          <a:prstGeom prst="rect">
            <a:avLst/>
          </a:prstGeom>
          <a:noFill/>
        </p:spPr>
        <p:txBody>
          <a:bodyPr wrap="square" rtlCol="0">
            <a:spAutoFit/>
          </a:bodyPr>
          <a:lstStyle/>
          <a:p>
            <a:r>
              <a:rPr lang="ko-KR" altLang="en-US" sz="1600" dirty="0">
                <a:solidFill>
                  <a:srgbClr val="767171"/>
                </a:solidFill>
                <a:latin typeface="나눔스퀘어 네오 OTF Bold" panose="00000800000000000000" pitchFamily="50" charset="-127"/>
                <a:ea typeface="나눔스퀘어 네오 OTF Bold" panose="00000800000000000000" pitchFamily="50" charset="-127"/>
              </a:rPr>
              <a:t>④ </a:t>
            </a:r>
            <a:r>
              <a:rPr lang="en-US" altLang="ko-KR" sz="1600" dirty="0">
                <a:solidFill>
                  <a:srgbClr val="767171"/>
                </a:solidFill>
                <a:latin typeface="나눔스퀘어 네오 OTF Bold" panose="00000800000000000000" pitchFamily="50" charset="-127"/>
                <a:ea typeface="나눔스퀘어 네오 OTF Bold" panose="00000800000000000000" pitchFamily="50" charset="-127"/>
              </a:rPr>
              <a:t>3,4</a:t>
            </a:r>
            <a:r>
              <a:rPr lang="ko-KR" altLang="en-US" sz="1600" dirty="0">
                <a:solidFill>
                  <a:srgbClr val="767171"/>
                </a:solidFill>
                <a:latin typeface="나눔스퀘어 네오 OTF Bold" panose="00000800000000000000" pitchFamily="50" charset="-127"/>
                <a:ea typeface="나눔스퀘어 네오 OTF Bold" panose="00000800000000000000" pitchFamily="50" charset="-127"/>
              </a:rPr>
              <a:t>선 도시 신규 고객사</a:t>
            </a:r>
          </a:p>
        </p:txBody>
      </p:sp>
      <p:sp>
        <p:nvSpPr>
          <p:cNvPr id="37" name="사각형: 둥근 모서리 36">
            <a:extLst>
              <a:ext uri="{FF2B5EF4-FFF2-40B4-BE49-F238E27FC236}">
                <a16:creationId xmlns:a16="http://schemas.microsoft.com/office/drawing/2014/main" id="{5D382E3E-CE52-1CCE-9EF5-F9166C2D835A}"/>
              </a:ext>
            </a:extLst>
          </p:cNvPr>
          <p:cNvSpPr/>
          <p:nvPr/>
        </p:nvSpPr>
        <p:spPr>
          <a:xfrm>
            <a:off x="7336104" y="2415665"/>
            <a:ext cx="3205018" cy="1101167"/>
          </a:xfrm>
          <a:prstGeom prst="roundRect">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2">
                  <a:lumMod val="75000"/>
                </a:schemeClr>
              </a:solidFill>
            </a:endParaRPr>
          </a:p>
        </p:txBody>
      </p:sp>
      <p:sp>
        <p:nvSpPr>
          <p:cNvPr id="38" name="사각형: 둥근 모서리 37">
            <a:extLst>
              <a:ext uri="{FF2B5EF4-FFF2-40B4-BE49-F238E27FC236}">
                <a16:creationId xmlns:a16="http://schemas.microsoft.com/office/drawing/2014/main" id="{10509DDB-104A-EC86-8CE4-482D5266446E}"/>
              </a:ext>
            </a:extLst>
          </p:cNvPr>
          <p:cNvSpPr/>
          <p:nvPr/>
        </p:nvSpPr>
        <p:spPr>
          <a:xfrm>
            <a:off x="7336103" y="2554213"/>
            <a:ext cx="4625639" cy="962619"/>
          </a:xfrm>
          <a:prstGeom prst="roundRect">
            <a:avLst>
              <a:gd name="adj" fmla="val 17525"/>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사각형: 둥근 모서리 38">
            <a:extLst>
              <a:ext uri="{FF2B5EF4-FFF2-40B4-BE49-F238E27FC236}">
                <a16:creationId xmlns:a16="http://schemas.microsoft.com/office/drawing/2014/main" id="{AD577CD7-12CF-AB36-F093-4E1C1448CD5A}"/>
              </a:ext>
            </a:extLst>
          </p:cNvPr>
          <p:cNvSpPr/>
          <p:nvPr/>
        </p:nvSpPr>
        <p:spPr>
          <a:xfrm>
            <a:off x="7338108" y="3650658"/>
            <a:ext cx="3205018" cy="1101167"/>
          </a:xfrm>
          <a:prstGeom prst="roundRect">
            <a:avLst/>
          </a:prstGeom>
          <a:solidFill>
            <a:srgbClr val="2F55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2">
                  <a:lumMod val="75000"/>
                </a:schemeClr>
              </a:solidFill>
            </a:endParaRPr>
          </a:p>
        </p:txBody>
      </p:sp>
      <p:sp>
        <p:nvSpPr>
          <p:cNvPr id="40" name="사각형: 둥근 모서리 39">
            <a:extLst>
              <a:ext uri="{FF2B5EF4-FFF2-40B4-BE49-F238E27FC236}">
                <a16:creationId xmlns:a16="http://schemas.microsoft.com/office/drawing/2014/main" id="{20190FB7-96B9-15B7-26E5-95680E4079DB}"/>
              </a:ext>
            </a:extLst>
          </p:cNvPr>
          <p:cNvSpPr/>
          <p:nvPr/>
        </p:nvSpPr>
        <p:spPr>
          <a:xfrm>
            <a:off x="7338107" y="3789206"/>
            <a:ext cx="4625639" cy="962619"/>
          </a:xfrm>
          <a:prstGeom prst="roundRect">
            <a:avLst>
              <a:gd name="adj" fmla="val 17525"/>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사각형: 둥근 모서리 40">
            <a:extLst>
              <a:ext uri="{FF2B5EF4-FFF2-40B4-BE49-F238E27FC236}">
                <a16:creationId xmlns:a16="http://schemas.microsoft.com/office/drawing/2014/main" id="{3F6B2396-EBF2-D3D7-15FA-6F3BCE8EF22D}"/>
              </a:ext>
            </a:extLst>
          </p:cNvPr>
          <p:cNvSpPr/>
          <p:nvPr/>
        </p:nvSpPr>
        <p:spPr>
          <a:xfrm>
            <a:off x="7338108" y="4886407"/>
            <a:ext cx="3205018" cy="1101167"/>
          </a:xfrm>
          <a:prstGeom prst="roundRect">
            <a:avLst/>
          </a:prstGeom>
          <a:solidFill>
            <a:srgbClr val="7671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2">
                  <a:lumMod val="75000"/>
                </a:schemeClr>
              </a:solidFill>
            </a:endParaRPr>
          </a:p>
        </p:txBody>
      </p:sp>
      <p:sp>
        <p:nvSpPr>
          <p:cNvPr id="42" name="사각형: 둥근 모서리 41">
            <a:extLst>
              <a:ext uri="{FF2B5EF4-FFF2-40B4-BE49-F238E27FC236}">
                <a16:creationId xmlns:a16="http://schemas.microsoft.com/office/drawing/2014/main" id="{1C8BED9D-A33A-C944-A016-DEF0A42F21BF}"/>
              </a:ext>
            </a:extLst>
          </p:cNvPr>
          <p:cNvSpPr/>
          <p:nvPr/>
        </p:nvSpPr>
        <p:spPr>
          <a:xfrm>
            <a:off x="7338107" y="5024955"/>
            <a:ext cx="4625639" cy="962619"/>
          </a:xfrm>
          <a:prstGeom prst="roundRect">
            <a:avLst>
              <a:gd name="adj" fmla="val 17525"/>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TextBox 42">
            <a:extLst>
              <a:ext uri="{FF2B5EF4-FFF2-40B4-BE49-F238E27FC236}">
                <a16:creationId xmlns:a16="http://schemas.microsoft.com/office/drawing/2014/main" id="{87E6A607-0E4A-60EA-FFFA-2796DB4E808D}"/>
              </a:ext>
            </a:extLst>
          </p:cNvPr>
          <p:cNvSpPr txBox="1"/>
          <p:nvPr/>
        </p:nvSpPr>
        <p:spPr>
          <a:xfrm>
            <a:off x="7416367" y="1357905"/>
            <a:ext cx="1607127" cy="338554"/>
          </a:xfrm>
          <a:prstGeom prst="rect">
            <a:avLst/>
          </a:prstGeom>
          <a:noFill/>
        </p:spPr>
        <p:txBody>
          <a:bodyPr wrap="square" rtlCol="0">
            <a:spAutoFit/>
          </a:bodyPr>
          <a:lstStyle/>
          <a:p>
            <a:r>
              <a:rPr lang="ko-KR" altLang="en-US" sz="1600" dirty="0">
                <a:solidFill>
                  <a:srgbClr val="203864"/>
                </a:solidFill>
                <a:latin typeface="나눔스퀘어 네오 OTF Bold" panose="00000800000000000000" pitchFamily="50" charset="-127"/>
                <a:ea typeface="나눔스퀘어 네오 OTF Bold" panose="00000800000000000000" pitchFamily="50" charset="-127"/>
              </a:rPr>
              <a:t>① </a:t>
            </a:r>
            <a:r>
              <a:rPr lang="en-US" altLang="ko-KR" sz="1600" dirty="0">
                <a:solidFill>
                  <a:srgbClr val="203864"/>
                </a:solidFill>
                <a:latin typeface="나눔스퀘어 네오 OTF Bold" panose="00000800000000000000" pitchFamily="50" charset="-127"/>
                <a:ea typeface="나눔스퀘어 네오 OTF Bold" panose="00000800000000000000" pitchFamily="50" charset="-127"/>
              </a:rPr>
              <a:t>OBM</a:t>
            </a:r>
            <a:endParaRPr lang="ko-KR" altLang="en-US" sz="1600" dirty="0">
              <a:solidFill>
                <a:srgbClr val="203864"/>
              </a:solidFill>
              <a:latin typeface="나눔스퀘어 네오 OTF Bold" panose="00000800000000000000" pitchFamily="50" charset="-127"/>
              <a:ea typeface="나눔스퀘어 네오 OTF Bold" panose="00000800000000000000" pitchFamily="50" charset="-127"/>
            </a:endParaRPr>
          </a:p>
        </p:txBody>
      </p:sp>
      <p:sp>
        <p:nvSpPr>
          <p:cNvPr id="44" name="TextBox 43">
            <a:extLst>
              <a:ext uri="{FF2B5EF4-FFF2-40B4-BE49-F238E27FC236}">
                <a16:creationId xmlns:a16="http://schemas.microsoft.com/office/drawing/2014/main" id="{0BAEFE19-934C-4E5C-51CF-8F778D8507AF}"/>
              </a:ext>
            </a:extLst>
          </p:cNvPr>
          <p:cNvSpPr txBox="1"/>
          <p:nvPr/>
        </p:nvSpPr>
        <p:spPr>
          <a:xfrm>
            <a:off x="7651391" y="1613726"/>
            <a:ext cx="2542923" cy="619721"/>
          </a:xfrm>
          <a:prstGeom prst="rect">
            <a:avLst/>
          </a:prstGeom>
          <a:noFill/>
        </p:spPr>
        <p:txBody>
          <a:bodyPr wrap="square" rtlCol="0">
            <a:spAutoFit/>
          </a:bodyPr>
          <a:lstStyle/>
          <a:p>
            <a:pPr>
              <a:lnSpc>
                <a:spcPct val="150000"/>
              </a:lnSpc>
            </a:pP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 TOPS 2</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개 브랜드 </a:t>
            </a: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PT</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 진행</a:t>
            </a:r>
            <a:endPar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endParaRPr>
          </a:p>
          <a:p>
            <a:pPr>
              <a:lnSpc>
                <a:spcPct val="150000"/>
              </a:lnSpc>
            </a:pP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 </a:t>
            </a:r>
            <a:r>
              <a:rPr lang="ko-KR" altLang="en-US" sz="1200" dirty="0" err="1">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미니소</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 </a:t>
            </a: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K Beauty </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브랜드 제안</a:t>
            </a:r>
            <a:endPar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endParaRPr>
          </a:p>
        </p:txBody>
      </p:sp>
      <p:sp>
        <p:nvSpPr>
          <p:cNvPr id="45" name="TextBox 44">
            <a:extLst>
              <a:ext uri="{FF2B5EF4-FFF2-40B4-BE49-F238E27FC236}">
                <a16:creationId xmlns:a16="http://schemas.microsoft.com/office/drawing/2014/main" id="{7A6FD635-BD82-0EB4-98F3-54F1C0C27003}"/>
              </a:ext>
            </a:extLst>
          </p:cNvPr>
          <p:cNvSpPr txBox="1"/>
          <p:nvPr/>
        </p:nvSpPr>
        <p:spPr>
          <a:xfrm>
            <a:off x="7390555" y="2599961"/>
            <a:ext cx="1607127" cy="338554"/>
          </a:xfrm>
          <a:prstGeom prst="rect">
            <a:avLst/>
          </a:prstGeom>
          <a:noFill/>
        </p:spPr>
        <p:txBody>
          <a:bodyPr wrap="square" rtlCol="0">
            <a:spAutoFit/>
          </a:bodyPr>
          <a:lstStyle/>
          <a:p>
            <a:r>
              <a:rPr lang="ko-KR" altLang="en-US" sz="1600" dirty="0">
                <a:solidFill>
                  <a:srgbClr val="404040"/>
                </a:solidFill>
                <a:latin typeface="나눔스퀘어 네오 OTF Bold" panose="00000800000000000000" pitchFamily="50" charset="-127"/>
                <a:ea typeface="나눔스퀘어 네오 OTF Bold" panose="00000800000000000000" pitchFamily="50" charset="-127"/>
              </a:rPr>
              <a:t>② 의료기기</a:t>
            </a:r>
          </a:p>
        </p:txBody>
      </p:sp>
      <p:sp>
        <p:nvSpPr>
          <p:cNvPr id="46" name="TextBox 45">
            <a:extLst>
              <a:ext uri="{FF2B5EF4-FFF2-40B4-BE49-F238E27FC236}">
                <a16:creationId xmlns:a16="http://schemas.microsoft.com/office/drawing/2014/main" id="{312BA5AD-0B5F-B93F-480D-EC59454192B6}"/>
              </a:ext>
            </a:extLst>
          </p:cNvPr>
          <p:cNvSpPr txBox="1"/>
          <p:nvPr/>
        </p:nvSpPr>
        <p:spPr>
          <a:xfrm>
            <a:off x="7651391" y="2858841"/>
            <a:ext cx="4310351" cy="619721"/>
          </a:xfrm>
          <a:prstGeom prst="rect">
            <a:avLst/>
          </a:prstGeom>
          <a:noFill/>
        </p:spPr>
        <p:txBody>
          <a:bodyPr wrap="square" rtlCol="0">
            <a:spAutoFit/>
          </a:bodyPr>
          <a:lstStyle/>
          <a:p>
            <a:pPr>
              <a:lnSpc>
                <a:spcPct val="150000"/>
              </a:lnSpc>
            </a:pP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 3</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종 제형  마스크 시트 </a:t>
            </a: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1</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종</a:t>
            </a: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 </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스프레이 </a:t>
            </a: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1</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종</a:t>
            </a: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 </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젤 </a:t>
            </a: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1</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종 </a:t>
            </a:r>
            <a:endPar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endParaRPr>
          </a:p>
          <a:p>
            <a:pPr>
              <a:lnSpc>
                <a:spcPct val="150000"/>
              </a:lnSpc>
            </a:pP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 </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레퍼런스 처방 제형 실험 및 원료 수급 진행중</a:t>
            </a:r>
          </a:p>
        </p:txBody>
      </p:sp>
      <p:sp>
        <p:nvSpPr>
          <p:cNvPr id="47" name="TextBox 46">
            <a:extLst>
              <a:ext uri="{FF2B5EF4-FFF2-40B4-BE49-F238E27FC236}">
                <a16:creationId xmlns:a16="http://schemas.microsoft.com/office/drawing/2014/main" id="{E24A1D43-5059-24BA-7215-E17DBB75DBB4}"/>
              </a:ext>
            </a:extLst>
          </p:cNvPr>
          <p:cNvSpPr txBox="1"/>
          <p:nvPr/>
        </p:nvSpPr>
        <p:spPr>
          <a:xfrm>
            <a:off x="7386490" y="3828129"/>
            <a:ext cx="1607127" cy="338554"/>
          </a:xfrm>
          <a:prstGeom prst="rect">
            <a:avLst/>
          </a:prstGeom>
          <a:noFill/>
        </p:spPr>
        <p:txBody>
          <a:bodyPr wrap="square" rtlCol="0">
            <a:spAutoFit/>
          </a:bodyPr>
          <a:lstStyle/>
          <a:p>
            <a:r>
              <a:rPr lang="ko-KR" altLang="en-US" sz="1600" dirty="0">
                <a:solidFill>
                  <a:srgbClr val="2F5597"/>
                </a:solidFill>
                <a:latin typeface="나눔스퀘어 네오 OTF Bold" panose="00000800000000000000" pitchFamily="50" charset="-127"/>
                <a:ea typeface="나눔스퀘어 네오 OTF Bold" panose="00000800000000000000" pitchFamily="50" charset="-127"/>
              </a:rPr>
              <a:t>③ 보세가공무역</a:t>
            </a:r>
          </a:p>
        </p:txBody>
      </p:sp>
      <p:sp>
        <p:nvSpPr>
          <p:cNvPr id="48" name="TextBox 47">
            <a:extLst>
              <a:ext uri="{FF2B5EF4-FFF2-40B4-BE49-F238E27FC236}">
                <a16:creationId xmlns:a16="http://schemas.microsoft.com/office/drawing/2014/main" id="{C1D836B3-0E43-50D4-40CE-75D7FF3981AF}"/>
              </a:ext>
            </a:extLst>
          </p:cNvPr>
          <p:cNvSpPr txBox="1"/>
          <p:nvPr/>
        </p:nvSpPr>
        <p:spPr>
          <a:xfrm>
            <a:off x="7651391" y="4073453"/>
            <a:ext cx="4162767" cy="619721"/>
          </a:xfrm>
          <a:prstGeom prst="rect">
            <a:avLst/>
          </a:prstGeom>
          <a:noFill/>
        </p:spPr>
        <p:txBody>
          <a:bodyPr wrap="square" rtlCol="0">
            <a:spAutoFit/>
          </a:bodyPr>
          <a:lstStyle>
            <a:defPPr>
              <a:defRPr lang="ko-KR"/>
            </a:defPPr>
            <a:lvl1pPr>
              <a:lnSpc>
                <a:spcPct val="150000"/>
              </a:lnSpc>
              <a:defRPr sz="120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defRPr>
            </a:lvl1pPr>
          </a:lstStyle>
          <a:p>
            <a:r>
              <a:rPr lang="en-US" altLang="ko-KR"/>
              <a:t>· JSB,</a:t>
            </a:r>
            <a:r>
              <a:rPr lang="ko-KR" altLang="en-US" dirty="0"/>
              <a:t> 스위스 고객사 </a:t>
            </a:r>
            <a:r>
              <a:rPr lang="en-US" altLang="ko-KR" dirty="0"/>
              <a:t>(</a:t>
            </a:r>
            <a:r>
              <a:rPr lang="ko-KR" altLang="en-US" dirty="0"/>
              <a:t>云歌</a:t>
            </a:r>
            <a:r>
              <a:rPr lang="en-US" altLang="ko-KR" dirty="0"/>
              <a:t>) </a:t>
            </a:r>
            <a:r>
              <a:rPr lang="ko-KR" altLang="en-US" dirty="0"/>
              <a:t>신규 진행</a:t>
            </a:r>
            <a:endParaRPr lang="en-US" altLang="ko-KR" dirty="0"/>
          </a:p>
          <a:p>
            <a:r>
              <a:rPr lang="en-US" altLang="ko-KR" dirty="0"/>
              <a:t>· HZH,</a:t>
            </a:r>
            <a:r>
              <a:rPr lang="ko-KR" altLang="en-US" dirty="0"/>
              <a:t> </a:t>
            </a:r>
            <a:r>
              <a:rPr lang="en-US" altLang="ko-KR" dirty="0"/>
              <a:t>KFZ, JFN</a:t>
            </a:r>
            <a:r>
              <a:rPr lang="ko-KR" altLang="en-US" dirty="0"/>
              <a:t> 고객사 </a:t>
            </a:r>
            <a:r>
              <a:rPr lang="en-US" altLang="ko-KR" dirty="0"/>
              <a:t>Made in Korea </a:t>
            </a:r>
            <a:r>
              <a:rPr lang="ko-KR" altLang="en-US" dirty="0"/>
              <a:t>프로젝트 진행</a:t>
            </a:r>
            <a:endParaRPr lang="en-US" altLang="ko-KR" dirty="0"/>
          </a:p>
        </p:txBody>
      </p:sp>
      <p:sp>
        <p:nvSpPr>
          <p:cNvPr id="49" name="TextBox 48">
            <a:extLst>
              <a:ext uri="{FF2B5EF4-FFF2-40B4-BE49-F238E27FC236}">
                <a16:creationId xmlns:a16="http://schemas.microsoft.com/office/drawing/2014/main" id="{CDF9E6C9-C579-96C7-6F7E-ACEFE2E76118}"/>
              </a:ext>
            </a:extLst>
          </p:cNvPr>
          <p:cNvSpPr txBox="1"/>
          <p:nvPr/>
        </p:nvSpPr>
        <p:spPr>
          <a:xfrm>
            <a:off x="7386490" y="5062208"/>
            <a:ext cx="1607127" cy="338554"/>
          </a:xfrm>
          <a:prstGeom prst="rect">
            <a:avLst/>
          </a:prstGeom>
          <a:noFill/>
        </p:spPr>
        <p:txBody>
          <a:bodyPr wrap="square" rtlCol="0">
            <a:spAutoFit/>
          </a:bodyPr>
          <a:lstStyle/>
          <a:p>
            <a:r>
              <a:rPr lang="ko-KR" altLang="en-US" sz="1600" dirty="0">
                <a:solidFill>
                  <a:srgbClr val="767171"/>
                </a:solidFill>
                <a:latin typeface="나눔스퀘어 네오 OTF Bold" panose="00000800000000000000" pitchFamily="50" charset="-127"/>
                <a:ea typeface="나눔스퀘어 네오 OTF Bold" panose="00000800000000000000" pitchFamily="50" charset="-127"/>
              </a:rPr>
              <a:t>④ </a:t>
            </a:r>
            <a:r>
              <a:rPr lang="en-US" altLang="ko-KR" sz="1600" dirty="0">
                <a:solidFill>
                  <a:srgbClr val="767171"/>
                </a:solidFill>
                <a:latin typeface="나눔스퀘어 네오 OTF Bold" panose="00000800000000000000" pitchFamily="50" charset="-127"/>
                <a:ea typeface="나눔스퀘어 네오 OTF Bold" panose="00000800000000000000" pitchFamily="50" charset="-127"/>
              </a:rPr>
              <a:t>3,4</a:t>
            </a:r>
            <a:r>
              <a:rPr lang="ko-KR" altLang="en-US" sz="1600" dirty="0">
                <a:solidFill>
                  <a:srgbClr val="767171"/>
                </a:solidFill>
                <a:latin typeface="나눔스퀘어 네오 OTF Bold" panose="00000800000000000000" pitchFamily="50" charset="-127"/>
                <a:ea typeface="나눔스퀘어 네오 OTF Bold" panose="00000800000000000000" pitchFamily="50" charset="-127"/>
              </a:rPr>
              <a:t>선 도시</a:t>
            </a:r>
          </a:p>
        </p:txBody>
      </p:sp>
      <p:sp>
        <p:nvSpPr>
          <p:cNvPr id="53" name="TextBox 52">
            <a:extLst>
              <a:ext uri="{FF2B5EF4-FFF2-40B4-BE49-F238E27FC236}">
                <a16:creationId xmlns:a16="http://schemas.microsoft.com/office/drawing/2014/main" id="{1AB2156C-4CF2-32F7-7E7F-ABF286F6C870}"/>
              </a:ext>
            </a:extLst>
          </p:cNvPr>
          <p:cNvSpPr txBox="1"/>
          <p:nvPr/>
        </p:nvSpPr>
        <p:spPr>
          <a:xfrm>
            <a:off x="7651391" y="5357902"/>
            <a:ext cx="4310351" cy="618374"/>
          </a:xfrm>
          <a:prstGeom prst="rect">
            <a:avLst/>
          </a:prstGeom>
          <a:noFill/>
        </p:spPr>
        <p:txBody>
          <a:bodyPr wrap="square" rtlCol="0">
            <a:spAutoFit/>
          </a:bodyPr>
          <a:lstStyle/>
          <a:p>
            <a:pPr>
              <a:lnSpc>
                <a:spcPct val="150000"/>
              </a:lnSpc>
            </a:pP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 DTA, WXJ, HLR </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등 </a:t>
            </a: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15</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개 고객사 매출 </a:t>
            </a: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16</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백만 위엔 달성</a:t>
            </a:r>
            <a:endPar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endParaRPr>
          </a:p>
          <a:p>
            <a:pPr>
              <a:lnSpc>
                <a:spcPct val="150000"/>
              </a:lnSpc>
            </a:pP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 </a:t>
            </a:r>
            <a:r>
              <a:rPr lang="en-US" altLang="ko-KR" sz="1200" dirty="0" err="1">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奥特乐</a:t>
            </a: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 (</a:t>
            </a:r>
            <a:r>
              <a:rPr lang="en-US" altLang="ko-KR" sz="1200" dirty="0" err="1">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Otele</a:t>
            </a: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 4</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개 브랜드 </a:t>
            </a:r>
            <a:r>
              <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43 SKU </a:t>
            </a:r>
            <a:r>
              <a:rPr lang="ko-KR" altLang="en-US"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rPr>
              <a:t>생산 준비 진행중</a:t>
            </a:r>
            <a:endParaRPr lang="en-US" altLang="ko-KR" sz="1200" dirty="0">
              <a:solidFill>
                <a:schemeClr val="tx1">
                  <a:lumMod val="75000"/>
                  <a:lumOff val="25000"/>
                </a:schemeClr>
              </a:solidFill>
              <a:latin typeface="나눔스퀘어 네오 OTF Regular" panose="00000500000000000000" pitchFamily="50" charset="-127"/>
              <a:ea typeface="나눔스퀘어 네오 OTF Regular" panose="00000500000000000000" pitchFamily="50" charset="-127"/>
            </a:endParaRPr>
          </a:p>
        </p:txBody>
      </p:sp>
      <p:grpSp>
        <p:nvGrpSpPr>
          <p:cNvPr id="94" name="그룹 93">
            <a:extLst>
              <a:ext uri="{FF2B5EF4-FFF2-40B4-BE49-F238E27FC236}">
                <a16:creationId xmlns:a16="http://schemas.microsoft.com/office/drawing/2014/main" id="{7043A8DE-2FF3-3550-270D-DE02B1312481}"/>
              </a:ext>
            </a:extLst>
          </p:cNvPr>
          <p:cNvGrpSpPr/>
          <p:nvPr/>
        </p:nvGrpSpPr>
        <p:grpSpPr>
          <a:xfrm>
            <a:off x="6370176" y="4571474"/>
            <a:ext cx="727697" cy="288678"/>
            <a:chOff x="8926121" y="2309333"/>
            <a:chExt cx="727697" cy="288678"/>
          </a:xfrm>
        </p:grpSpPr>
        <p:sp>
          <p:nvSpPr>
            <p:cNvPr id="95" name="사각형: 둥근 모서리 94">
              <a:extLst>
                <a:ext uri="{FF2B5EF4-FFF2-40B4-BE49-F238E27FC236}">
                  <a16:creationId xmlns:a16="http://schemas.microsoft.com/office/drawing/2014/main" id="{4FA9F5A3-AB18-4823-92D2-35B07E148017}"/>
                </a:ext>
              </a:extLst>
            </p:cNvPr>
            <p:cNvSpPr/>
            <p:nvPr/>
          </p:nvSpPr>
          <p:spPr>
            <a:xfrm>
              <a:off x="8968781" y="2309333"/>
              <a:ext cx="639806" cy="288678"/>
            </a:xfrm>
            <a:prstGeom prst="roundRect">
              <a:avLst>
                <a:gd name="adj" fmla="val 50000"/>
              </a:avLst>
            </a:prstGeom>
            <a:solidFill>
              <a:srgbClr val="2F5597"/>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6" name="TextBox 95">
              <a:extLst>
                <a:ext uri="{FF2B5EF4-FFF2-40B4-BE49-F238E27FC236}">
                  <a16:creationId xmlns:a16="http://schemas.microsoft.com/office/drawing/2014/main" id="{55B5F632-6529-5793-8FEE-9DD33CA75833}"/>
                </a:ext>
              </a:extLst>
            </p:cNvPr>
            <p:cNvSpPr txBox="1"/>
            <p:nvPr/>
          </p:nvSpPr>
          <p:spPr>
            <a:xfrm>
              <a:off x="8926121" y="2326421"/>
              <a:ext cx="727697" cy="261610"/>
            </a:xfrm>
            <a:prstGeom prst="rect">
              <a:avLst/>
            </a:prstGeom>
            <a:noFill/>
          </p:spPr>
          <p:txBody>
            <a:bodyPr wrap="square" rtlCol="0">
              <a:spAutoFit/>
            </a:bodyPr>
            <a:lstStyle/>
            <a:p>
              <a:pPr algn="ctr"/>
              <a:r>
                <a:rPr lang="ko-KR" altLang="en-US" sz="1100" dirty="0">
                  <a:solidFill>
                    <a:schemeClr val="bg1"/>
                  </a:solidFill>
                  <a:latin typeface="나눔스퀘어 네오 OTF Bold" panose="00000800000000000000" pitchFamily="50" charset="-127"/>
                  <a:ea typeface="나눔스퀘어 네오 OTF Bold" panose="00000800000000000000" pitchFamily="50" charset="-127"/>
                </a:rPr>
                <a:t>보세가공</a:t>
              </a:r>
            </a:p>
          </p:txBody>
        </p:sp>
      </p:grpSp>
      <p:grpSp>
        <p:nvGrpSpPr>
          <p:cNvPr id="97" name="그룹 96">
            <a:extLst>
              <a:ext uri="{FF2B5EF4-FFF2-40B4-BE49-F238E27FC236}">
                <a16:creationId xmlns:a16="http://schemas.microsoft.com/office/drawing/2014/main" id="{92FE3A6C-85BF-8032-E1BF-8817FE5DB078}"/>
              </a:ext>
            </a:extLst>
          </p:cNvPr>
          <p:cNvGrpSpPr/>
          <p:nvPr/>
        </p:nvGrpSpPr>
        <p:grpSpPr>
          <a:xfrm>
            <a:off x="5758062" y="4578409"/>
            <a:ext cx="639806" cy="288000"/>
            <a:chOff x="8295535" y="2316268"/>
            <a:chExt cx="639806" cy="288000"/>
          </a:xfrm>
        </p:grpSpPr>
        <p:sp>
          <p:nvSpPr>
            <p:cNvPr id="98" name="사각형: 둥근 모서리 97">
              <a:extLst>
                <a:ext uri="{FF2B5EF4-FFF2-40B4-BE49-F238E27FC236}">
                  <a16:creationId xmlns:a16="http://schemas.microsoft.com/office/drawing/2014/main" id="{94A806F9-6811-AAD5-DA2E-BF9D898DD1CF}"/>
                </a:ext>
              </a:extLst>
            </p:cNvPr>
            <p:cNvSpPr/>
            <p:nvPr/>
          </p:nvSpPr>
          <p:spPr>
            <a:xfrm>
              <a:off x="8295535" y="2316268"/>
              <a:ext cx="639806" cy="288000"/>
            </a:xfrm>
            <a:prstGeom prst="roundRect">
              <a:avLst>
                <a:gd name="adj" fmla="val 50000"/>
              </a:avLst>
            </a:prstGeom>
            <a:noFill/>
            <a:ln w="15875">
              <a:solidFill>
                <a:srgbClr val="20386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TextBox 98">
              <a:extLst>
                <a:ext uri="{FF2B5EF4-FFF2-40B4-BE49-F238E27FC236}">
                  <a16:creationId xmlns:a16="http://schemas.microsoft.com/office/drawing/2014/main" id="{6EAA6A7A-1EB7-5907-9BE9-0292B792755F}"/>
                </a:ext>
              </a:extLst>
            </p:cNvPr>
            <p:cNvSpPr txBox="1"/>
            <p:nvPr/>
          </p:nvSpPr>
          <p:spPr>
            <a:xfrm>
              <a:off x="8295535" y="2326808"/>
              <a:ext cx="639806" cy="261610"/>
            </a:xfrm>
            <a:prstGeom prst="rect">
              <a:avLst/>
            </a:prstGeom>
            <a:noFill/>
          </p:spPr>
          <p:txBody>
            <a:bodyPr wrap="square" rtlCol="0">
              <a:spAutoFit/>
            </a:bodyPr>
            <a:lstStyle/>
            <a:p>
              <a:pPr algn="ctr"/>
              <a:r>
                <a:rPr lang="ko-KR" altLang="en-US" sz="1100" dirty="0">
                  <a:solidFill>
                    <a:srgbClr val="203864"/>
                  </a:solidFill>
                  <a:latin typeface="나눔스퀘어 네오 OTF Bold" panose="00000800000000000000" pitchFamily="50" charset="-127"/>
                  <a:ea typeface="나눔스퀘어 네오 OTF Bold" panose="00000800000000000000" pitchFamily="50" charset="-127"/>
                </a:rPr>
                <a:t>수출</a:t>
              </a:r>
            </a:p>
          </p:txBody>
        </p:sp>
      </p:grpSp>
    </p:spTree>
    <p:extLst>
      <p:ext uri="{BB962C8B-B14F-4D97-AF65-F5344CB8AC3E}">
        <p14:creationId xmlns:p14="http://schemas.microsoft.com/office/powerpoint/2010/main" val="86011675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사용자 지정 1">
      <a:majorFont>
        <a:latin typeface="맑은 고딕"/>
        <a:ea typeface="맑은 고딕"/>
        <a:cs typeface=""/>
      </a:majorFont>
      <a:minorFont>
        <a:latin typeface="맑은 고딕"/>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f1579f1-0b38-4219-8499-bb3216f8bc62}" enabled="1" method="Standard" siteId="{88c3e3b5-abdd-4476-b47a-f563a26aae99}" removed="0"/>
</clbl:labelList>
</file>

<file path=docProps/app.xml><?xml version="1.0" encoding="utf-8"?>
<Properties xmlns="http://schemas.openxmlformats.org/officeDocument/2006/extended-properties" xmlns:vt="http://schemas.openxmlformats.org/officeDocument/2006/docPropsVTypes">
  <TotalTime>2172</TotalTime>
  <Words>1010</Words>
  <Application>Microsoft Office PowerPoint</Application>
  <PresentationFormat>와이드스크린</PresentationFormat>
  <Paragraphs>399</Paragraphs>
  <Slides>5</Slides>
  <Notes>4</Notes>
  <HiddenSlides>0</HiddenSlides>
  <MMClips>0</MMClips>
  <ScaleCrop>false</ScaleCrop>
  <HeadingPairs>
    <vt:vector size="8" baseType="variant">
      <vt:variant>
        <vt:lpstr>사용한 글꼴</vt:lpstr>
      </vt:variant>
      <vt:variant>
        <vt:i4>12</vt:i4>
      </vt:variant>
      <vt:variant>
        <vt:lpstr>테마</vt:lpstr>
      </vt:variant>
      <vt:variant>
        <vt:i4>1</vt:i4>
      </vt:variant>
      <vt:variant>
        <vt:lpstr>포함된 OLE 서버</vt:lpstr>
      </vt:variant>
      <vt:variant>
        <vt:i4>1</vt:i4>
      </vt:variant>
      <vt:variant>
        <vt:lpstr>슬라이드 제목</vt:lpstr>
      </vt:variant>
      <vt:variant>
        <vt:i4>5</vt:i4>
      </vt:variant>
    </vt:vector>
  </HeadingPairs>
  <TitlesOfParts>
    <vt:vector size="19" baseType="lpstr">
      <vt:lpstr>EH Normal Light</vt:lpstr>
      <vt:lpstr>EH Normal Thin</vt:lpstr>
      <vt:lpstr>NanumSquare Neo Regular</vt:lpstr>
      <vt:lpstr>Noto Sans KR</vt:lpstr>
      <vt:lpstr>나눔스퀘어 네오 Bold</vt:lpstr>
      <vt:lpstr>나눔스퀘어 네오 Light</vt:lpstr>
      <vt:lpstr>나눔스퀘어 네오 OTF Bold</vt:lpstr>
      <vt:lpstr>나눔스퀘어 네오 OTF ExtraBold</vt:lpstr>
      <vt:lpstr>나눔스퀘어 네오 OTF Light</vt:lpstr>
      <vt:lpstr>나눔스퀘어 네오 OTF Regular</vt:lpstr>
      <vt:lpstr>맑은 고딕</vt:lpstr>
      <vt:lpstr>Arial</vt:lpstr>
      <vt:lpstr>Office 테마</vt:lpstr>
      <vt:lpstr>Microsoft Excel 워크시트</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유종 이</dc:creator>
  <cp:lastModifiedBy>최수정 (Sujung Choi) COSMAX</cp:lastModifiedBy>
  <cp:revision>4</cp:revision>
  <cp:lastPrinted>2026-02-09T02:06:25Z</cp:lastPrinted>
  <dcterms:created xsi:type="dcterms:W3CDTF">2021-10-27T07:19:00Z</dcterms:created>
  <dcterms:modified xsi:type="dcterms:W3CDTF">2026-04-03T04:30:19Z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0x010100CB1F614483C10A4AB208370CBA2930A4</vt:lpwstr>
  </property>
  <property fmtid="{D5CDD505-2E9C-101B-9397-08002B2CF9AE}" pid="3" name="KSOProductBuildVer">
    <vt:lpwstr>2052-11.1.0.8415</vt:lpwstr>
  </property>
</Properties>
</file>